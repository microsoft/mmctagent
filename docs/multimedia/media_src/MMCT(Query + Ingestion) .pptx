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9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B5EA7"/>
    <a:srgbClr val="7E61A9"/>
    <a:srgbClr val="00796B"/>
    <a:srgbClr val="1565C0"/>
    <a:srgbClr val="EDE7F6"/>
    <a:srgbClr val="9575CD"/>
    <a:srgbClr val="CFCF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44DFEF-0F93-8E41-2C65-E61198BD80A2}" v="3" dt="2026-04-13T20:01:09.914"/>
    <p1510:client id="{88BBEC38-261A-AC42-E7DA-CD33D3F7565E}" v="65" dt="2026-04-14T07:32:49.085"/>
    <p1510:client id="{BC1968EC-67EE-38CF-814F-ED581016E29A}" v="147" dt="2026-04-15T07:04:33.418"/>
    <p1510:client id="{C62590E9-FA15-7368-134F-AEDBB8F922E6}" v="15" dt="2026-04-15T14:23:15.722"/>
    <p1510:client id="{DA640D4B-8C20-D92E-2FD0-02E1AF21D7AF}" v="688" dt="2026-04-14T07:17:24.847"/>
    <p1510:client id="{DB56C650-251E-A5E5-C248-D7D376C51EC1}" v="248" dt="2026-04-14T09:51:19.627"/>
    <p1510:client id="{E1089D6D-8CE7-9AEC-6A28-FCC02C4366C5}" v="1" dt="2026-04-15T10:17:28.427"/>
    <p1510:client id="{E2F036C0-4417-F9A8-3DD4-44DD6DA326E9}" v="8" dt="2026-04-15T12:29:57.891"/>
    <p1510:client id="{EEBA9AB4-2CA2-6269-4AD6-38DDF89C6991}" v="8" dt="2026-04-15T07:09:08.567"/>
    <p1510:client id="{F42FC628-5E87-463F-817A-D5E687ED5EA3}" v="228" dt="2026-04-14T09:03:56.173"/>
    <p1510:client id="{F618AA98-3C02-18B2-788B-CC9478D894B1}" v="2" dt="2026-04-15T09:39:34.228"/>
    <p1510:client id="{F95ACF4D-F255-007D-758C-2CCC4D9C1A92}" v="83" dt="2026-04-14T12:17:56.8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58B2AB-08F1-422F-BDF3-C73C540348F4}" type="datetimeFigureOut">
              <a:t>4/15/2026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B58E40-0459-40D4-8C33-219F6C36003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574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B9CB3-16A9-60D3-6EE0-3448AEFCB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DA1C32-84FA-DF78-9E03-B03E466F1D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F6BE4D-AA05-57F8-DD1D-5CB8072EE3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ADC90-3046-41D3-3826-C987720139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2537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D73D74B-DDEB-412F-F91B-FF1BE7B3CC80}"/>
              </a:ext>
            </a:extLst>
          </p:cNvPr>
          <p:cNvCxnSpPr>
            <a:cxnSpLocks/>
          </p:cNvCxnSpPr>
          <p:nvPr/>
        </p:nvCxnSpPr>
        <p:spPr>
          <a:xfrm>
            <a:off x="2091477" y="3589259"/>
            <a:ext cx="5833" cy="485770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Arrow: Down 47">
            <a:extLst>
              <a:ext uri="{FF2B5EF4-FFF2-40B4-BE49-F238E27FC236}">
                <a16:creationId xmlns:a16="http://schemas.microsoft.com/office/drawing/2014/main" id="{91BA0685-1037-2D70-23F2-3846B3628599}"/>
              </a:ext>
            </a:extLst>
          </p:cNvPr>
          <p:cNvSpPr/>
          <p:nvPr/>
        </p:nvSpPr>
        <p:spPr>
          <a:xfrm>
            <a:off x="998599" y="3563184"/>
            <a:ext cx="136172" cy="2950407"/>
          </a:xfrm>
          <a:prstGeom prst="downArrow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51744FCD-776D-87D2-C1E5-0C4BA840F366}"/>
              </a:ext>
            </a:extLst>
          </p:cNvPr>
          <p:cNvSpPr/>
          <p:nvPr/>
        </p:nvSpPr>
        <p:spPr>
          <a:xfrm>
            <a:off x="113477" y="1906416"/>
            <a:ext cx="11983194" cy="4924911"/>
          </a:xfrm>
          <a:prstGeom prst="rect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7587BD71-E864-56F2-1DAD-CE9C1CE62932}"/>
              </a:ext>
            </a:extLst>
          </p:cNvPr>
          <p:cNvCxnSpPr/>
          <p:nvPr/>
        </p:nvCxnSpPr>
        <p:spPr>
          <a:xfrm flipH="1">
            <a:off x="4245376" y="4381985"/>
            <a:ext cx="5286035" cy="1565176"/>
          </a:xfrm>
          <a:prstGeom prst="bentConnector3">
            <a:avLst/>
          </a:prstGeom>
          <a:ln w="12700">
            <a:solidFill>
              <a:schemeClr val="accent1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41C8D7EE-A0D3-5806-C4DD-5D3A8C12D6CF}"/>
              </a:ext>
            </a:extLst>
          </p:cNvPr>
          <p:cNvCxnSpPr>
            <a:cxnSpLocks/>
          </p:cNvCxnSpPr>
          <p:nvPr/>
        </p:nvCxnSpPr>
        <p:spPr>
          <a:xfrm>
            <a:off x="9784049" y="2790974"/>
            <a:ext cx="5833" cy="485770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EB778725-0D1B-33E7-5CE6-42016BF32D77}"/>
              </a:ext>
            </a:extLst>
          </p:cNvPr>
          <p:cNvGrpSpPr/>
          <p:nvPr/>
        </p:nvGrpSpPr>
        <p:grpSpPr>
          <a:xfrm>
            <a:off x="0" y="0"/>
            <a:ext cx="12161520" cy="438912"/>
            <a:chOff x="0" y="0"/>
            <a:chExt cx="12161520" cy="438912"/>
          </a:xfrm>
        </p:grpSpPr>
        <p:sp>
          <p:nvSpPr>
            <p:cNvPr id="2" name="Shape 0"/>
            <p:cNvSpPr/>
            <p:nvPr/>
          </p:nvSpPr>
          <p:spPr>
            <a:xfrm>
              <a:off x="0" y="0"/>
              <a:ext cx="12161520" cy="43891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4472C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 1"/>
            <p:cNvSpPr/>
            <p:nvPr/>
          </p:nvSpPr>
          <p:spPr>
            <a:xfrm>
              <a:off x="227391" y="0"/>
              <a:ext cx="9758438" cy="42681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50" b="1" dirty="0" err="1">
                  <a:solidFill>
                    <a:srgbClr val="FFFFFF"/>
                  </a:solidFill>
                  <a:latin typeface="Segoe UI"/>
                  <a:ea typeface="Segoe UI" pitchFamily="34" charset="-122"/>
                  <a:cs typeface="Segoe UI"/>
                </a:rPr>
                <a:t>MMCTAgent</a:t>
              </a:r>
              <a:r>
                <a:rPr lang="en-US" sz="1450" b="1" dirty="0">
                  <a:solidFill>
                    <a:srgbClr val="FFFFFF"/>
                  </a:solidFill>
                  <a:latin typeface="Segoe UI"/>
                  <a:ea typeface="Segoe UI" pitchFamily="34" charset="-122"/>
                  <a:cs typeface="Segoe UI"/>
                </a:rPr>
                <a:t> — Query Pipeline Architecture (Graph State)</a:t>
              </a:r>
              <a:endParaRPr lang="en-US" sz="1450" dirty="0"/>
            </a:p>
          </p:txBody>
        </p:sp>
        <p:sp>
          <p:nvSpPr>
            <p:cNvPr id="5" name="Shape 2"/>
            <p:cNvSpPr/>
            <p:nvPr/>
          </p:nvSpPr>
          <p:spPr>
            <a:xfrm>
              <a:off x="9875520" y="36576"/>
              <a:ext cx="2103120" cy="36576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6" name="Text 3"/>
            <p:cNvSpPr/>
            <p:nvPr/>
          </p:nvSpPr>
          <p:spPr>
            <a:xfrm>
              <a:off x="9875520" y="36576"/>
              <a:ext cx="21031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err="1">
                  <a:solidFill>
                    <a:srgbClr val="1B2A4A"/>
                  </a:solidFill>
                  <a:latin typeface="Segoe UI"/>
                  <a:cs typeface="Segoe UI"/>
                </a:rPr>
                <a:t>MMCTAgent</a:t>
              </a:r>
              <a:endParaRPr lang="en-US" sz="900" err="1">
                <a:latin typeface="Segoe UI"/>
                <a:cs typeface="Segoe UI"/>
              </a:endParaRPr>
            </a:p>
          </p:txBody>
        </p:sp>
      </p:grpSp>
      <p:sp>
        <p:nvSpPr>
          <p:cNvPr id="8" name="Shape 5"/>
          <p:cNvSpPr/>
          <p:nvPr/>
        </p:nvSpPr>
        <p:spPr>
          <a:xfrm>
            <a:off x="177558" y="1540740"/>
            <a:ext cx="2053287" cy="261934"/>
          </a:xfrm>
          <a:prstGeom prst="rect">
            <a:avLst/>
          </a:prstGeom>
          <a:solidFill>
            <a:srgbClr val="0070C0"/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0" name="Text 6"/>
          <p:cNvSpPr/>
          <p:nvPr/>
        </p:nvSpPr>
        <p:spPr>
          <a:xfrm>
            <a:off x="318540" y="1552835"/>
            <a:ext cx="2111731" cy="249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Segoe UI"/>
                <a:ea typeface="Segoe UI" pitchFamily="34" charset="-122"/>
                <a:cs typeface="Segoe UI"/>
              </a:rPr>
              <a:t>Orchestrator Engine</a:t>
            </a:r>
            <a:endParaRPr lang="en-US" sz="1000">
              <a:latin typeface="Segoe UI"/>
              <a:ea typeface="Calibri"/>
              <a:cs typeface="Segoe UI"/>
            </a:endParaRPr>
          </a:p>
        </p:txBody>
      </p:sp>
      <p:sp>
        <p:nvSpPr>
          <p:cNvPr id="36" name="Text 24"/>
          <p:cNvSpPr/>
          <p:nvPr/>
        </p:nvSpPr>
        <p:spPr>
          <a:xfrm>
            <a:off x="533529" y="1937326"/>
            <a:ext cx="1695718" cy="205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b="1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52" name="Text 38"/>
          <p:cNvSpPr/>
          <p:nvPr/>
        </p:nvSpPr>
        <p:spPr>
          <a:xfrm>
            <a:off x="843667" y="7474035"/>
            <a:ext cx="229953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b="1">
              <a:solidFill>
                <a:srgbClr val="2E7D32"/>
              </a:solidFill>
              <a:latin typeface="Segoe UI"/>
              <a:cs typeface="Segoe UI"/>
            </a:endParaRPr>
          </a:p>
        </p:txBody>
      </p:sp>
      <p:sp>
        <p:nvSpPr>
          <p:cNvPr id="53" name="Text 39"/>
          <p:cNvSpPr/>
          <p:nvPr/>
        </p:nvSpPr>
        <p:spPr>
          <a:xfrm>
            <a:off x="861955" y="7656915"/>
            <a:ext cx="22629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>
              <a:solidFill>
                <a:srgbClr val="546E7A"/>
              </a:solidFill>
              <a:latin typeface="Segoe UI"/>
              <a:ea typeface="Calibri"/>
              <a:cs typeface="Segoe UI"/>
            </a:endParaRPr>
          </a:p>
        </p:txBody>
      </p:sp>
      <p:sp>
        <p:nvSpPr>
          <p:cNvPr id="61" name="Shape 46"/>
          <p:cNvSpPr/>
          <p:nvPr/>
        </p:nvSpPr>
        <p:spPr>
          <a:xfrm>
            <a:off x="5186335" y="6298117"/>
            <a:ext cx="0" cy="45720"/>
          </a:xfrm>
          <a:prstGeom prst="line">
            <a:avLst/>
          </a:prstGeom>
          <a:noFill/>
          <a:ln w="1016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68" name="Shape 52"/>
          <p:cNvSpPr/>
          <p:nvPr/>
        </p:nvSpPr>
        <p:spPr>
          <a:xfrm>
            <a:off x="5186335" y="6740686"/>
            <a:ext cx="0" cy="45720"/>
          </a:xfrm>
          <a:prstGeom prst="line">
            <a:avLst/>
          </a:prstGeom>
          <a:noFill/>
          <a:ln w="1016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75" name="Shape 58"/>
          <p:cNvSpPr/>
          <p:nvPr/>
        </p:nvSpPr>
        <p:spPr>
          <a:xfrm>
            <a:off x="5186335" y="7183256"/>
            <a:ext cx="0" cy="45720"/>
          </a:xfrm>
          <a:prstGeom prst="line">
            <a:avLst/>
          </a:prstGeom>
          <a:noFill/>
          <a:ln w="1016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64"/>
          <p:cNvSpPr/>
          <p:nvPr/>
        </p:nvSpPr>
        <p:spPr>
          <a:xfrm>
            <a:off x="5186335" y="7625825"/>
            <a:ext cx="0" cy="45720"/>
          </a:xfrm>
          <a:prstGeom prst="line">
            <a:avLst/>
          </a:prstGeom>
          <a:noFill/>
          <a:ln w="1016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0"/>
          <p:cNvSpPr/>
          <p:nvPr/>
        </p:nvSpPr>
        <p:spPr>
          <a:xfrm>
            <a:off x="3553147" y="1593545"/>
            <a:ext cx="4120353" cy="697498"/>
          </a:xfrm>
          <a:prstGeom prst="rect">
            <a:avLst/>
          </a:prstGeom>
          <a:solidFill>
            <a:srgbClr val="FFFFFF"/>
          </a:solidFill>
          <a:ln w="10160">
            <a:solidFill>
              <a:srgbClr val="4472C4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6708" y="1684877"/>
            <a:ext cx="431830" cy="52993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357261" y="1864279"/>
            <a:ext cx="1771744" cy="238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1B2A4A"/>
                </a:solidFill>
                <a:latin typeface="Segoe UI"/>
                <a:cs typeface="Segoe UI"/>
              </a:rPr>
              <a:t>State Orchestrator</a:t>
            </a:r>
            <a:endParaRPr lang="en-US" sz="1400">
              <a:ea typeface="Calibri"/>
              <a:cs typeface="Calibri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444D254-4732-38A9-7988-F73C0DF296FD}"/>
              </a:ext>
            </a:extLst>
          </p:cNvPr>
          <p:cNvCxnSpPr/>
          <p:nvPr/>
        </p:nvCxnSpPr>
        <p:spPr>
          <a:xfrm>
            <a:off x="5707955" y="1073451"/>
            <a:ext cx="5833" cy="485770"/>
          </a:xfrm>
          <a:prstGeom prst="straightConnector1">
            <a:avLst/>
          </a:prstGeom>
          <a:ln w="28575">
            <a:solidFill>
              <a:srgbClr val="7B5EA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7985EB9-01DC-7E92-9840-A5C610B61A75}"/>
              </a:ext>
            </a:extLst>
          </p:cNvPr>
          <p:cNvGrpSpPr/>
          <p:nvPr/>
        </p:nvGrpSpPr>
        <p:grpSpPr>
          <a:xfrm>
            <a:off x="4374605" y="665363"/>
            <a:ext cx="5897459" cy="415854"/>
            <a:chOff x="4459272" y="2128887"/>
            <a:chExt cx="5897459" cy="415854"/>
          </a:xfrm>
        </p:grpSpPr>
        <p:sp>
          <p:nvSpPr>
            <p:cNvPr id="34" name="Shape 23"/>
            <p:cNvSpPr/>
            <p:nvPr/>
          </p:nvSpPr>
          <p:spPr>
            <a:xfrm>
              <a:off x="4459272" y="2173950"/>
              <a:ext cx="2632891" cy="370791"/>
            </a:xfrm>
            <a:prstGeom prst="rect">
              <a:avLst/>
            </a:prstGeom>
            <a:solidFill>
              <a:srgbClr val="7B5EA7"/>
            </a:solidFill>
            <a:ln w="12700">
              <a:solidFill>
                <a:srgbClr val="7B5EA7"/>
              </a:solidFill>
              <a:prstDash val="solid"/>
            </a:ln>
          </p:spPr>
          <p:txBody>
            <a:bodyPr lIns="91440" tIns="45720" rIns="91440" bIns="45720" anchor="ctr"/>
            <a:lstStyle/>
            <a:p>
              <a:pPr algn="ctr"/>
              <a:r>
                <a:rPr lang="en-US" sz="1050" b="1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Parse Input</a:t>
              </a:r>
              <a:endParaRPr lang="en-US" sz="200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D067B1D-E3E8-7EEE-D79C-4EDA1305DE00}"/>
                </a:ext>
              </a:extLst>
            </p:cNvPr>
            <p:cNvSpPr txBox="1"/>
            <p:nvPr/>
          </p:nvSpPr>
          <p:spPr>
            <a:xfrm>
              <a:off x="7156674" y="2128887"/>
              <a:ext cx="320005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1000">
                  <a:solidFill>
                    <a:schemeClr val="bg2">
                      <a:lumMod val="49000"/>
                    </a:schemeClr>
                  </a:solidFill>
                  <a:latin typeface="Segoe UI"/>
                  <a:ea typeface="Segoe UI"/>
                  <a:cs typeface="Segoe UI"/>
                </a:rPr>
                <a:t>(query</a:t>
              </a:r>
              <a:r>
                <a:rPr lang="en-US" sz="2000" b="0" i="0">
                  <a:solidFill>
                    <a:schemeClr val="bg2">
                      <a:lumMod val="49000"/>
                    </a:schemeClr>
                  </a:solidFill>
                  <a:latin typeface="-apple-system"/>
                  <a:ea typeface="-apple-system"/>
                  <a:cs typeface="-apple-system"/>
                </a:rPr>
                <a:t>, </a:t>
              </a:r>
              <a:r>
                <a:rPr lang="en-US" sz="1000" err="1">
                  <a:solidFill>
                    <a:schemeClr val="bg2">
                      <a:lumMod val="49000"/>
                    </a:schemeClr>
                  </a:solidFill>
                  <a:latin typeface="Segoe UI"/>
                  <a:ea typeface="Segoe UI"/>
                  <a:cs typeface="Segoe UI"/>
                </a:rPr>
                <a:t>video_id</a:t>
              </a:r>
              <a:r>
                <a:rPr lang="en-US" sz="2000" b="0" i="0">
                  <a:solidFill>
                    <a:schemeClr val="bg2">
                      <a:lumMod val="49000"/>
                    </a:schemeClr>
                  </a:solidFill>
                  <a:latin typeface="-apple-system"/>
                  <a:ea typeface="-apple-system"/>
                  <a:cs typeface="-apple-system"/>
                </a:rPr>
                <a:t>, </a:t>
              </a:r>
              <a:r>
                <a:rPr lang="en-US" sz="1000" err="1">
                  <a:solidFill>
                    <a:schemeClr val="bg2">
                      <a:lumMod val="49000"/>
                    </a:schemeClr>
                  </a:solidFill>
                  <a:latin typeface="Segoe UI"/>
                  <a:ea typeface="Segoe UI"/>
                  <a:cs typeface="Segoe UI"/>
                </a:rPr>
                <a:t>video_ids</a:t>
              </a:r>
              <a:r>
                <a:rPr lang="en-US" sz="1000">
                  <a:solidFill>
                    <a:schemeClr val="bg2">
                      <a:lumMod val="49000"/>
                    </a:schemeClr>
                  </a:solidFill>
                  <a:latin typeface="Segoe UI"/>
                  <a:ea typeface="Segoe UI"/>
                  <a:cs typeface="Segoe UI"/>
                </a:rPr>
                <a:t>)</a:t>
              </a:r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013F0778-EA23-6D36-BB47-54BA114607D8}"/>
              </a:ext>
            </a:extLst>
          </p:cNvPr>
          <p:cNvSpPr/>
          <p:nvPr/>
        </p:nvSpPr>
        <p:spPr>
          <a:xfrm>
            <a:off x="5257733" y="3384341"/>
            <a:ext cx="1475203" cy="453908"/>
          </a:xfrm>
          <a:prstGeom prst="rect">
            <a:avLst/>
          </a:prstGeom>
          <a:noFill/>
          <a:ln>
            <a:solidFill>
              <a:srgbClr val="7B5EA7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 b="1">
                <a:solidFill>
                  <a:srgbClr val="7B5EA7"/>
                </a:solidFill>
                <a:latin typeface="Segoe UI"/>
                <a:ea typeface="Segoe UI"/>
                <a:cs typeface="Segoe UI"/>
              </a:rPr>
              <a:t>Validate Plan</a:t>
            </a:r>
            <a:endParaRPr lang="en-US" sz="2000">
              <a:solidFill>
                <a:srgbClr val="7B5EA7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41ADC40-9484-A624-79BF-01DCC5D01BC6}"/>
              </a:ext>
            </a:extLst>
          </p:cNvPr>
          <p:cNvSpPr/>
          <p:nvPr/>
        </p:nvSpPr>
        <p:spPr>
          <a:xfrm>
            <a:off x="7906590" y="2622340"/>
            <a:ext cx="3882155" cy="453908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Semantic Search to find relevant video</a:t>
            </a:r>
            <a:endParaRPr lang="en-US" sz="200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27292CF-CF1B-C692-53D0-7DCB923F17F1}"/>
              </a:ext>
            </a:extLst>
          </p:cNvPr>
          <p:cNvSpPr/>
          <p:nvPr/>
        </p:nvSpPr>
        <p:spPr>
          <a:xfrm>
            <a:off x="7906589" y="3275482"/>
            <a:ext cx="3882155" cy="466004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>
                <a:solidFill>
                  <a:schemeClr val="accent1"/>
                </a:solidFill>
                <a:latin typeface="Segoe UI"/>
                <a:cs typeface="Segoe UI"/>
              </a:rPr>
              <a:t>Retrieval of relevant keyframes</a:t>
            </a:r>
            <a:endParaRPr lang="en-US">
              <a:solidFill>
                <a:schemeClr val="accent1"/>
              </a:solidFill>
            </a:endParaRPr>
          </a:p>
        </p:txBody>
      </p: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784D1B48-E04D-F55E-3B5C-FE5022218916}"/>
              </a:ext>
            </a:extLst>
          </p:cNvPr>
          <p:cNvCxnSpPr>
            <a:cxnSpLocks/>
          </p:cNvCxnSpPr>
          <p:nvPr/>
        </p:nvCxnSpPr>
        <p:spPr>
          <a:xfrm flipV="1">
            <a:off x="6731181" y="2794787"/>
            <a:ext cx="1187908" cy="838650"/>
          </a:xfrm>
          <a:prstGeom prst="bentConnector3">
            <a:avLst/>
          </a:prstGeom>
          <a:ln w="12700">
            <a:solidFill>
              <a:schemeClr val="accent1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AAF141C5-D59C-CFE6-8318-29C250E92BA9}"/>
              </a:ext>
            </a:extLst>
          </p:cNvPr>
          <p:cNvCxnSpPr>
            <a:cxnSpLocks/>
          </p:cNvCxnSpPr>
          <p:nvPr/>
        </p:nvCxnSpPr>
        <p:spPr>
          <a:xfrm>
            <a:off x="4002528" y="4302879"/>
            <a:ext cx="3888402" cy="1961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1410F853-19CD-43F5-2567-E9CE9DE9B632}"/>
              </a:ext>
            </a:extLst>
          </p:cNvPr>
          <p:cNvSpPr txBox="1"/>
          <p:nvPr/>
        </p:nvSpPr>
        <p:spPr>
          <a:xfrm>
            <a:off x="4166856" y="3971702"/>
            <a:ext cx="3483137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000">
                <a:solidFill>
                  <a:srgbClr val="546E7A"/>
                </a:solidFill>
                <a:latin typeface="Segoe UI"/>
                <a:ea typeface="Segoe UI"/>
                <a:cs typeface="Segoe UI"/>
              </a:rPr>
              <a:t>fetches sibling chapters or related nodes</a:t>
            </a:r>
            <a:endParaRPr lang="en-US" sz="200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F844AC5-CF26-56A9-EE23-8459B004B5F8}"/>
              </a:ext>
            </a:extLst>
          </p:cNvPr>
          <p:cNvSpPr txBox="1"/>
          <p:nvPr/>
        </p:nvSpPr>
        <p:spPr>
          <a:xfrm>
            <a:off x="2207426" y="4927225"/>
            <a:ext cx="3676661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rgbClr val="546E7A"/>
                </a:solidFill>
                <a:latin typeface="Segoe UI"/>
                <a:ea typeface="Segoe UI"/>
                <a:cs typeface="Segoe UI"/>
              </a:rPr>
              <a:t>LLM rephrases sub-queries</a:t>
            </a:r>
            <a:endParaRPr lang="en-US" sz="2000">
              <a:solidFill>
                <a:srgbClr val="BFBFBF"/>
              </a:solidFill>
              <a:latin typeface="-apple-system"/>
              <a:ea typeface="Calibri"/>
              <a:cs typeface="Calibri"/>
            </a:endParaRP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EE2DBFB6-CBA2-B8F7-AAA0-00D4419817B3}"/>
              </a:ext>
            </a:extLst>
          </p:cNvPr>
          <p:cNvCxnSpPr>
            <a:cxnSpLocks/>
          </p:cNvCxnSpPr>
          <p:nvPr/>
        </p:nvCxnSpPr>
        <p:spPr>
          <a:xfrm flipV="1">
            <a:off x="3990432" y="3603316"/>
            <a:ext cx="1275831" cy="10134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0C89CFE8-B178-8C9A-7104-750C4FCB8AC8}"/>
              </a:ext>
            </a:extLst>
          </p:cNvPr>
          <p:cNvCxnSpPr>
            <a:cxnSpLocks/>
          </p:cNvCxnSpPr>
          <p:nvPr/>
        </p:nvCxnSpPr>
        <p:spPr>
          <a:xfrm>
            <a:off x="3990432" y="5718021"/>
            <a:ext cx="3888402" cy="1961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C7E04F16-9B1E-5DE0-59BF-69B3BEF4BAED}"/>
              </a:ext>
            </a:extLst>
          </p:cNvPr>
          <p:cNvSpPr txBox="1"/>
          <p:nvPr/>
        </p:nvSpPr>
        <p:spPr>
          <a:xfrm>
            <a:off x="4263617" y="5459415"/>
            <a:ext cx="3483137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rgbClr val="546E7A"/>
                </a:solidFill>
                <a:latin typeface="Segoe UI"/>
                <a:ea typeface="Segoe UI"/>
                <a:cs typeface="Segoe UI"/>
              </a:rPr>
              <a:t>Final  answer generation (inline citation)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1F32EFB3-9BC1-41C2-68EB-E37459BFB9DD}"/>
              </a:ext>
            </a:extLst>
          </p:cNvPr>
          <p:cNvSpPr/>
          <p:nvPr/>
        </p:nvSpPr>
        <p:spPr>
          <a:xfrm>
            <a:off x="5596396" y="6287193"/>
            <a:ext cx="3797489" cy="424881"/>
          </a:xfrm>
          <a:prstGeom prst="rect">
            <a:avLst/>
          </a:prstGeom>
          <a:noFill/>
          <a:ln>
            <a:solidFill>
              <a:srgbClr val="7E61A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 b="1">
                <a:solidFill>
                  <a:srgbClr val="7B5EA7"/>
                </a:solidFill>
                <a:latin typeface="Segoe UI"/>
                <a:ea typeface="Segoe UI"/>
                <a:cs typeface="Segoe UI"/>
              </a:rPr>
              <a:t>Final Response </a:t>
            </a:r>
            <a:r>
              <a:rPr lang="en-US" sz="1000" b="1" err="1">
                <a:solidFill>
                  <a:srgbClr val="7B5EA7"/>
                </a:solidFill>
                <a:latin typeface="Segoe UI"/>
                <a:ea typeface="Segoe UI"/>
                <a:cs typeface="Segoe UI"/>
              </a:rPr>
              <a:t>Dict</a:t>
            </a:r>
            <a:endParaRPr lang="en-US" sz="1000" b="1">
              <a:solidFill>
                <a:srgbClr val="7B5EA7"/>
              </a:solidFill>
              <a:latin typeface="Segoe UI"/>
              <a:ea typeface="Segoe UI"/>
              <a:cs typeface="Segoe UI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FDF0F13-000E-8E2E-1786-DD41A75E20C6}"/>
              </a:ext>
            </a:extLst>
          </p:cNvPr>
          <p:cNvGrpSpPr/>
          <p:nvPr/>
        </p:nvGrpSpPr>
        <p:grpSpPr>
          <a:xfrm>
            <a:off x="9427023" y="5843869"/>
            <a:ext cx="345726" cy="626018"/>
            <a:chOff x="9427023" y="5843869"/>
            <a:chExt cx="345726" cy="626018"/>
          </a:xfrm>
        </p:grpSpPr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4629AC01-4064-798C-EF5E-D4EDC22F1BA1}"/>
                </a:ext>
              </a:extLst>
            </p:cNvPr>
            <p:cNvCxnSpPr/>
            <p:nvPr/>
          </p:nvCxnSpPr>
          <p:spPr>
            <a:xfrm flipV="1">
              <a:off x="9762166" y="5843869"/>
              <a:ext cx="10583" cy="622435"/>
            </a:xfrm>
            <a:prstGeom prst="straightConnector1">
              <a:avLst/>
            </a:prstGeom>
            <a:ln w="28575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11BE413E-DED3-B782-1C22-6F96F102E5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27023" y="6455831"/>
              <a:ext cx="344929" cy="14056"/>
            </a:xfrm>
            <a:prstGeom prst="straightConnector1">
              <a:avLst/>
            </a:prstGeom>
            <a:ln w="28575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FA174E40-70DB-C919-C929-5C7BC503695E}"/>
              </a:ext>
            </a:extLst>
          </p:cNvPr>
          <p:cNvCxnSpPr>
            <a:cxnSpLocks/>
          </p:cNvCxnSpPr>
          <p:nvPr/>
        </p:nvCxnSpPr>
        <p:spPr>
          <a:xfrm>
            <a:off x="4002526" y="6480021"/>
            <a:ext cx="1590307" cy="14056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391F8A4E-ECD2-FD89-E677-637DD0EEED9A}"/>
              </a:ext>
            </a:extLst>
          </p:cNvPr>
          <p:cNvSpPr txBox="1"/>
          <p:nvPr/>
        </p:nvSpPr>
        <p:spPr>
          <a:xfrm>
            <a:off x="4009616" y="6269796"/>
            <a:ext cx="1934946" cy="246221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rgbClr val="546E7A"/>
                </a:solidFill>
                <a:latin typeface="Segoe UI"/>
                <a:ea typeface="Segoe UI"/>
                <a:cs typeface="Segoe UI"/>
              </a:rPr>
              <a:t>Routes to revise or </a:t>
            </a:r>
            <a:r>
              <a:rPr lang="en-US" sz="1000" err="1">
                <a:solidFill>
                  <a:srgbClr val="546E7A"/>
                </a:solidFill>
                <a:latin typeface="Segoe UI"/>
                <a:ea typeface="Segoe UI"/>
                <a:cs typeface="Segoe UI"/>
              </a:rPr>
              <a:t>submi</a:t>
            </a:r>
            <a:r>
              <a:rPr lang="en-US" sz="1000">
                <a:solidFill>
                  <a:srgbClr val="546E7A"/>
                </a:solidFill>
                <a:latin typeface="Segoe UI"/>
                <a:ea typeface="Segoe UI"/>
                <a:cs typeface="Segoe UI"/>
              </a:rPr>
              <a:t>t</a:t>
            </a:r>
            <a:endParaRPr lang="en-US" sz="1000"/>
          </a:p>
        </p:txBody>
      </p:sp>
      <p:pic>
        <p:nvPicPr>
          <p:cNvPr id="200" name="Icon_20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6590" y="2709294"/>
            <a:ext cx="280000" cy="280000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266DB45C-9E29-447C-1CC6-A90590555485}"/>
              </a:ext>
            </a:extLst>
          </p:cNvPr>
          <p:cNvGrpSpPr/>
          <p:nvPr/>
        </p:nvGrpSpPr>
        <p:grpSpPr>
          <a:xfrm>
            <a:off x="7930778" y="4073766"/>
            <a:ext cx="3882155" cy="461166"/>
            <a:chOff x="7930778" y="4073766"/>
            <a:chExt cx="3882155" cy="461166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EE88306B-76A0-D77E-838F-995AE11E70BE}"/>
                </a:ext>
              </a:extLst>
            </p:cNvPr>
            <p:cNvSpPr/>
            <p:nvPr/>
          </p:nvSpPr>
          <p:spPr>
            <a:xfrm>
              <a:off x="7930778" y="4073766"/>
              <a:ext cx="3882155" cy="461166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00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evidence - (extended with traversed nodes)</a:t>
              </a:r>
              <a:endParaRPr lang="en-US" sz="2000"/>
            </a:p>
          </p:txBody>
        </p:sp>
        <p:pic>
          <p:nvPicPr>
            <p:cNvPr id="201" name="Icon_20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030778" y="4164349"/>
              <a:ext cx="280000" cy="280000"/>
            </a:xfrm>
            <a:prstGeom prst="rect">
              <a:avLst/>
            </a:prstGeom>
          </p:spPr>
        </p:pic>
      </p:grpSp>
      <p:sp>
        <p:nvSpPr>
          <p:cNvPr id="94" name="Rectangle 93">
            <a:extLst>
              <a:ext uri="{FF2B5EF4-FFF2-40B4-BE49-F238E27FC236}">
                <a16:creationId xmlns:a16="http://schemas.microsoft.com/office/drawing/2014/main" id="{605734C4-B3ED-E800-104F-11712675A2A2}"/>
              </a:ext>
            </a:extLst>
          </p:cNvPr>
          <p:cNvSpPr/>
          <p:nvPr/>
        </p:nvSpPr>
        <p:spPr>
          <a:xfrm>
            <a:off x="7918682" y="5488908"/>
            <a:ext cx="3882155" cy="461166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answer (markdown format with citations), sources</a:t>
            </a:r>
          </a:p>
        </p:txBody>
      </p:sp>
      <p:pic>
        <p:nvPicPr>
          <p:cNvPr id="202" name="Icon_20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8682" y="5579491"/>
            <a:ext cx="280000" cy="280000"/>
          </a:xfrm>
          <a:prstGeom prst="rect">
            <a:avLst/>
          </a:prstGeom>
        </p:spPr>
      </p:pic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C404B9E-2E62-2C82-0B10-20E92A26853D}"/>
              </a:ext>
            </a:extLst>
          </p:cNvPr>
          <p:cNvCxnSpPr/>
          <p:nvPr/>
        </p:nvCxnSpPr>
        <p:spPr>
          <a:xfrm flipH="1">
            <a:off x="4678830" y="2328525"/>
            <a:ext cx="915" cy="1084896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7D2AB69-F046-AF66-CAD8-7F19C7040734}"/>
              </a:ext>
            </a:extLst>
          </p:cNvPr>
          <p:cNvCxnSpPr/>
          <p:nvPr/>
        </p:nvCxnSpPr>
        <p:spPr>
          <a:xfrm flipH="1">
            <a:off x="4047801" y="3428506"/>
            <a:ext cx="634530" cy="10599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0ED00E6-0BBA-1C7C-9E21-81DE54B5B50E}"/>
              </a:ext>
            </a:extLst>
          </p:cNvPr>
          <p:cNvCxnSpPr/>
          <p:nvPr/>
        </p:nvCxnSpPr>
        <p:spPr>
          <a:xfrm flipH="1">
            <a:off x="4201824" y="5043009"/>
            <a:ext cx="2665790" cy="7257"/>
          </a:xfrm>
          <a:prstGeom prst="straightConnector1">
            <a:avLst/>
          </a:prstGeom>
          <a:ln w="12700">
            <a:solidFill>
              <a:schemeClr val="accent1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99C3676-B292-1DD5-6F30-965065827748}"/>
              </a:ext>
            </a:extLst>
          </p:cNvPr>
          <p:cNvGrpSpPr/>
          <p:nvPr/>
        </p:nvGrpSpPr>
        <p:grpSpPr>
          <a:xfrm>
            <a:off x="332944" y="2787226"/>
            <a:ext cx="4296043" cy="3987267"/>
            <a:chOff x="514373" y="3053322"/>
            <a:chExt cx="4126711" cy="2523744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8B8947D-E2B2-8CBB-309C-0D57D57524A0}"/>
                </a:ext>
              </a:extLst>
            </p:cNvPr>
            <p:cNvGrpSpPr/>
            <p:nvPr/>
          </p:nvGrpSpPr>
          <p:grpSpPr>
            <a:xfrm>
              <a:off x="514373" y="3053322"/>
              <a:ext cx="4126711" cy="2523744"/>
              <a:chOff x="3380944" y="5581227"/>
              <a:chExt cx="4126711" cy="2523744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696C1998-19BD-B01B-821A-455697DDF557}"/>
                  </a:ext>
                </a:extLst>
              </p:cNvPr>
              <p:cNvGrpSpPr/>
              <p:nvPr/>
            </p:nvGrpSpPr>
            <p:grpSpPr>
              <a:xfrm>
                <a:off x="3380944" y="5581227"/>
                <a:ext cx="4126711" cy="2523744"/>
                <a:chOff x="3380944" y="5581227"/>
                <a:chExt cx="4126711" cy="2523744"/>
              </a:xfrm>
            </p:grpSpPr>
            <p:sp>
              <p:nvSpPr>
                <p:cNvPr id="40" name="Shape 28"/>
                <p:cNvSpPr/>
                <p:nvPr/>
              </p:nvSpPr>
              <p:spPr>
                <a:xfrm>
                  <a:off x="3380944" y="5581227"/>
                  <a:ext cx="3610783" cy="2523744"/>
                </a:xfrm>
                <a:prstGeom prst="rect">
                  <a:avLst/>
                </a:prstGeom>
                <a:solidFill>
                  <a:srgbClr val="E8EAF6"/>
                </a:solidFill>
                <a:ln w="15240">
                  <a:solidFill>
                    <a:srgbClr val="5C6BC0"/>
                  </a:solidFill>
                  <a:prstDash val="solid"/>
                </a:ln>
                <a:effectLst>
                  <a:outerShdw blurRad="50800" dist="25400" dir="8100000" algn="bl" rotWithShape="0">
                    <a:srgbClr val="000000">
                      <a:alpha val="10000"/>
                    </a:srgbClr>
                  </a:outerShdw>
                </a:effectLst>
              </p:spPr>
              <p:txBody>
                <a:bodyPr/>
                <a:lstStyle/>
                <a:p>
                  <a:endParaRPr lang="en-US" sz="2000"/>
                </a:p>
              </p:txBody>
            </p:sp>
            <p:sp>
              <p:nvSpPr>
                <p:cNvPr id="41" name="Shape 29"/>
                <p:cNvSpPr/>
                <p:nvPr/>
              </p:nvSpPr>
              <p:spPr>
                <a:xfrm>
                  <a:off x="3380944" y="5581227"/>
                  <a:ext cx="3610783" cy="256032"/>
                </a:xfrm>
                <a:prstGeom prst="rect">
                  <a:avLst/>
                </a:prstGeom>
                <a:solidFill>
                  <a:srgbClr val="3949AB"/>
                </a:solidFill>
                <a:ln w="12700">
                  <a:solidFill>
                    <a:srgbClr val="3949AB"/>
                  </a:solidFill>
                  <a:prstDash val="solid"/>
                </a:ln>
              </p:spPr>
              <p:txBody>
                <a:bodyPr/>
                <a:lstStyle/>
                <a:p>
                  <a:endParaRPr lang="en-US" sz="2000"/>
                </a:p>
              </p:txBody>
            </p:sp>
            <p:sp>
              <p:nvSpPr>
                <p:cNvPr id="42" name="Text 30"/>
                <p:cNvSpPr/>
                <p:nvPr/>
              </p:nvSpPr>
              <p:spPr>
                <a:xfrm>
                  <a:off x="3380944" y="5581227"/>
                  <a:ext cx="3610783" cy="25603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000" b="1">
                      <a:solidFill>
                        <a:srgbClr val="FFFFFF"/>
                      </a:solidFill>
                      <a:latin typeface="Segoe UI"/>
                      <a:cs typeface="Segoe UI"/>
                    </a:rPr>
                    <a:t>STATES</a:t>
                  </a:r>
                </a:p>
              </p:txBody>
            </p:sp>
            <p:sp>
              <p:nvSpPr>
                <p:cNvPr id="55" name="Shape 41"/>
                <p:cNvSpPr/>
                <p:nvPr/>
              </p:nvSpPr>
              <p:spPr>
                <a:xfrm>
                  <a:off x="3472384" y="5928699"/>
                  <a:ext cx="3427903" cy="369418"/>
                </a:xfrm>
                <a:prstGeom prst="rect">
                  <a:avLst/>
                </a:prstGeom>
                <a:solidFill>
                  <a:srgbClr val="FFFFFF"/>
                </a:solidFill>
                <a:ln w="8890">
                  <a:solidFill>
                    <a:srgbClr val="1A237E"/>
                  </a:solidFill>
                  <a:prstDash val="solid"/>
                </a:ln>
                <a:effectLst>
                  <a:outerShdw blurRad="25400" dist="12700" dir="8100000" algn="bl" rotWithShape="0">
                    <a:srgbClr val="000000">
                      <a:alpha val="7000"/>
                    </a:srgbClr>
                  </a:outerShdw>
                </a:effectLst>
              </p:spPr>
              <p:txBody>
                <a:bodyPr/>
                <a:lstStyle/>
                <a:p>
                  <a:endParaRPr lang="en-US" sz="2000"/>
                </a:p>
              </p:txBody>
            </p:sp>
            <p:sp>
              <p:nvSpPr>
                <p:cNvPr id="56" name="Shape 42"/>
                <p:cNvSpPr/>
                <p:nvPr/>
              </p:nvSpPr>
              <p:spPr>
                <a:xfrm>
                  <a:off x="3472384" y="5928699"/>
                  <a:ext cx="54864" cy="369418"/>
                </a:xfrm>
                <a:prstGeom prst="rect">
                  <a:avLst/>
                </a:prstGeom>
                <a:solidFill>
                  <a:srgbClr val="1A237E"/>
                </a:solidFill>
                <a:ln w="12700">
                  <a:solidFill>
                    <a:srgbClr val="1A237E"/>
                  </a:solidFill>
                  <a:prstDash val="solid"/>
                </a:ln>
              </p:spPr>
              <p:txBody>
                <a:bodyPr/>
                <a:lstStyle/>
                <a:p>
                  <a:endParaRPr lang="en-US" sz="2000"/>
                </a:p>
              </p:txBody>
            </p:sp>
            <p:pic>
              <p:nvPicPr>
                <p:cNvPr id="57" name="Image 12" descr="preencoded.png"/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582112" y="5985392"/>
                  <a:ext cx="256032" cy="256032"/>
                </a:xfrm>
                <a:prstGeom prst="rect">
                  <a:avLst/>
                </a:prstGeom>
              </p:spPr>
            </p:pic>
            <p:sp>
              <p:nvSpPr>
                <p:cNvPr id="58" name="Text 43"/>
                <p:cNvSpPr/>
                <p:nvPr/>
              </p:nvSpPr>
              <p:spPr>
                <a:xfrm>
                  <a:off x="4536952" y="6041990"/>
                  <a:ext cx="2970703" cy="18288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r>
                    <a:rPr lang="en-US" sz="1000" b="1">
                      <a:solidFill>
                        <a:srgbClr val="1A237E"/>
                      </a:solidFill>
                      <a:latin typeface="Segoe UI"/>
                      <a:ea typeface="Segoe UI" pitchFamily="34" charset="-122"/>
                      <a:cs typeface="Segoe UI"/>
                    </a:rPr>
                    <a:t>PLAN </a:t>
                  </a:r>
                  <a:endParaRPr lang="en-US" sz="1000"/>
                </a:p>
              </p:txBody>
            </p:sp>
            <p:sp>
              <p:nvSpPr>
                <p:cNvPr id="62" name="Shape 47"/>
                <p:cNvSpPr/>
                <p:nvPr/>
              </p:nvSpPr>
              <p:spPr>
                <a:xfrm>
                  <a:off x="3472384" y="6371269"/>
                  <a:ext cx="3427903" cy="369418"/>
                </a:xfrm>
                <a:prstGeom prst="rect">
                  <a:avLst/>
                </a:prstGeom>
                <a:solidFill>
                  <a:srgbClr val="FFFFFF"/>
                </a:solidFill>
                <a:ln w="8890">
                  <a:solidFill>
                    <a:srgbClr val="283593"/>
                  </a:solidFill>
                  <a:prstDash val="solid"/>
                </a:ln>
                <a:effectLst>
                  <a:outerShdw blurRad="25400" dist="12700" dir="8100000" algn="bl" rotWithShape="0">
                    <a:srgbClr val="000000">
                      <a:alpha val="7000"/>
                    </a:srgbClr>
                  </a:outerShdw>
                </a:effectLst>
              </p:spPr>
              <p:txBody>
                <a:bodyPr/>
                <a:lstStyle/>
                <a:p>
                  <a:endParaRPr lang="en-US" sz="2000"/>
                </a:p>
              </p:txBody>
            </p:sp>
            <p:sp>
              <p:nvSpPr>
                <p:cNvPr id="63" name="Shape 48"/>
                <p:cNvSpPr/>
                <p:nvPr/>
              </p:nvSpPr>
              <p:spPr>
                <a:xfrm>
                  <a:off x="3472384" y="6371269"/>
                  <a:ext cx="54864" cy="369418"/>
                </a:xfrm>
                <a:prstGeom prst="rect">
                  <a:avLst/>
                </a:prstGeom>
                <a:solidFill>
                  <a:srgbClr val="283593"/>
                </a:solidFill>
                <a:ln w="12700">
                  <a:solidFill>
                    <a:srgbClr val="283593"/>
                  </a:solidFill>
                  <a:prstDash val="solid"/>
                </a:ln>
              </p:spPr>
              <p:txBody>
                <a:bodyPr/>
                <a:lstStyle/>
                <a:p>
                  <a:endParaRPr lang="en-US" sz="2000"/>
                </a:p>
              </p:txBody>
            </p:sp>
            <p:pic>
              <p:nvPicPr>
                <p:cNvPr id="64" name="Image 13" descr="preencoded.png"/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582112" y="6427961"/>
                  <a:ext cx="256032" cy="256032"/>
                </a:xfrm>
                <a:prstGeom prst="rect">
                  <a:avLst/>
                </a:prstGeom>
              </p:spPr>
            </p:pic>
            <p:sp>
              <p:nvSpPr>
                <p:cNvPr id="65" name="Text 49"/>
                <p:cNvSpPr/>
                <p:nvPr/>
              </p:nvSpPr>
              <p:spPr>
                <a:xfrm>
                  <a:off x="4536952" y="6484560"/>
                  <a:ext cx="2970703" cy="18288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>
                    <a:buNone/>
                  </a:pPr>
                  <a:r>
                    <a:rPr lang="en-US" sz="1000" b="1">
                      <a:solidFill>
                        <a:srgbClr val="283593"/>
                      </a:solidFill>
                      <a:latin typeface="Segoe UI" pitchFamily="34" charset="0"/>
                      <a:ea typeface="Segoe UI" pitchFamily="34" charset="-122"/>
                      <a:cs typeface="Segoe UI" pitchFamily="34" charset="-120"/>
                    </a:rPr>
                    <a:t>EXPAND_CTX</a:t>
                  </a:r>
                  <a:endParaRPr lang="en-US" sz="1000"/>
                </a:p>
              </p:txBody>
            </p:sp>
            <p:sp>
              <p:nvSpPr>
                <p:cNvPr id="69" name="Shape 53"/>
                <p:cNvSpPr/>
                <p:nvPr/>
              </p:nvSpPr>
              <p:spPr>
                <a:xfrm>
                  <a:off x="3472384" y="6813838"/>
                  <a:ext cx="3427903" cy="369418"/>
                </a:xfrm>
                <a:prstGeom prst="rect">
                  <a:avLst/>
                </a:prstGeom>
                <a:solidFill>
                  <a:srgbClr val="FFFFFF"/>
                </a:solidFill>
                <a:ln w="8890">
                  <a:solidFill>
                    <a:srgbClr val="C62828"/>
                  </a:solidFill>
                  <a:prstDash val="solid"/>
                </a:ln>
                <a:effectLst>
                  <a:outerShdw blurRad="25400" dist="12700" dir="8100000" algn="bl" rotWithShape="0">
                    <a:srgbClr val="000000">
                      <a:alpha val="7000"/>
                    </a:srgbClr>
                  </a:outerShdw>
                </a:effectLst>
              </p:spPr>
              <p:txBody>
                <a:bodyPr/>
                <a:lstStyle/>
                <a:p>
                  <a:endParaRPr lang="en-US" sz="2000"/>
                </a:p>
              </p:txBody>
            </p:sp>
            <p:sp>
              <p:nvSpPr>
                <p:cNvPr id="70" name="Shape 54"/>
                <p:cNvSpPr/>
                <p:nvPr/>
              </p:nvSpPr>
              <p:spPr>
                <a:xfrm>
                  <a:off x="3472384" y="6813838"/>
                  <a:ext cx="54864" cy="369418"/>
                </a:xfrm>
                <a:prstGeom prst="rect">
                  <a:avLst/>
                </a:prstGeom>
                <a:solidFill>
                  <a:srgbClr val="C62828"/>
                </a:solidFill>
                <a:ln w="12700">
                  <a:solidFill>
                    <a:srgbClr val="C62828"/>
                  </a:solidFill>
                  <a:prstDash val="solid"/>
                </a:ln>
              </p:spPr>
              <p:txBody>
                <a:bodyPr/>
                <a:lstStyle/>
                <a:p>
                  <a:endParaRPr lang="en-US" sz="2000"/>
                </a:p>
              </p:txBody>
            </p:sp>
            <p:pic>
              <p:nvPicPr>
                <p:cNvPr id="71" name="Image 14" descr="preencoded.png"/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582112" y="6870531"/>
                  <a:ext cx="256032" cy="256032"/>
                </a:xfrm>
                <a:prstGeom prst="rect">
                  <a:avLst/>
                </a:prstGeom>
              </p:spPr>
            </p:pic>
            <p:sp>
              <p:nvSpPr>
                <p:cNvPr id="72" name="Text 55"/>
                <p:cNvSpPr/>
                <p:nvPr/>
              </p:nvSpPr>
              <p:spPr>
                <a:xfrm>
                  <a:off x="4536952" y="6927129"/>
                  <a:ext cx="2970703" cy="18288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>
                    <a:buNone/>
                  </a:pPr>
                  <a:r>
                    <a:rPr lang="en-US" sz="1000" b="1">
                      <a:solidFill>
                        <a:srgbClr val="C62828"/>
                      </a:solidFill>
                      <a:latin typeface="Segoe UI" pitchFamily="34" charset="0"/>
                      <a:ea typeface="Segoe UI" pitchFamily="34" charset="-122"/>
                      <a:cs typeface="Segoe UI" pitchFamily="34" charset="-120"/>
                    </a:rPr>
                    <a:t>REPHRASE</a:t>
                  </a:r>
                  <a:endParaRPr lang="en-US" sz="1000"/>
                </a:p>
              </p:txBody>
            </p:sp>
            <p:sp>
              <p:nvSpPr>
                <p:cNvPr id="73" name="Text 56"/>
                <p:cNvSpPr/>
                <p:nvPr/>
              </p:nvSpPr>
              <p:spPr>
                <a:xfrm>
                  <a:off x="4536952" y="7110009"/>
                  <a:ext cx="2970703" cy="146304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>
                    <a:buNone/>
                  </a:pPr>
                  <a:endParaRPr lang="en-US" sz="900">
                    <a:solidFill>
                      <a:srgbClr val="0078D4"/>
                    </a:solidFill>
                    <a:latin typeface="Segoe UI"/>
                    <a:cs typeface="Segoe UI"/>
                  </a:endParaRPr>
                </a:p>
              </p:txBody>
            </p:sp>
            <p:sp>
              <p:nvSpPr>
                <p:cNvPr id="76" name="Shape 59"/>
                <p:cNvSpPr/>
                <p:nvPr/>
              </p:nvSpPr>
              <p:spPr>
                <a:xfrm>
                  <a:off x="3472384" y="7256408"/>
                  <a:ext cx="3427903" cy="369418"/>
                </a:xfrm>
                <a:prstGeom prst="rect">
                  <a:avLst/>
                </a:prstGeom>
                <a:solidFill>
                  <a:srgbClr val="FFFFFF"/>
                </a:solidFill>
                <a:ln w="8890">
                  <a:solidFill>
                    <a:srgbClr val="1565C0"/>
                  </a:solidFill>
                  <a:prstDash val="solid"/>
                </a:ln>
                <a:effectLst>
                  <a:outerShdw blurRad="25400" dist="12700" dir="8100000" algn="bl" rotWithShape="0">
                    <a:srgbClr val="000000">
                      <a:alpha val="7000"/>
                    </a:srgbClr>
                  </a:outerShdw>
                </a:effectLst>
              </p:spPr>
              <p:txBody>
                <a:bodyPr/>
                <a:lstStyle/>
                <a:p>
                  <a:endParaRPr lang="en-US" sz="2000"/>
                </a:p>
              </p:txBody>
            </p:sp>
            <p:sp>
              <p:nvSpPr>
                <p:cNvPr id="77" name="Shape 60"/>
                <p:cNvSpPr/>
                <p:nvPr/>
              </p:nvSpPr>
              <p:spPr>
                <a:xfrm>
                  <a:off x="3472384" y="7256408"/>
                  <a:ext cx="54864" cy="369418"/>
                </a:xfrm>
                <a:prstGeom prst="rect">
                  <a:avLst/>
                </a:prstGeom>
                <a:solidFill>
                  <a:srgbClr val="1565C0"/>
                </a:solidFill>
                <a:ln w="12700">
                  <a:solidFill>
                    <a:srgbClr val="1565C0"/>
                  </a:solidFill>
                  <a:prstDash val="solid"/>
                </a:ln>
              </p:spPr>
              <p:txBody>
                <a:bodyPr/>
                <a:lstStyle/>
                <a:p>
                  <a:endParaRPr lang="en-US" sz="2000"/>
                </a:p>
              </p:txBody>
            </p:sp>
            <p:pic>
              <p:nvPicPr>
                <p:cNvPr id="78" name="Image 15" descr="preencoded.png"/>
                <p:cNvPicPr>
                  <a:picLocks noChangeAspect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582112" y="7313101"/>
                  <a:ext cx="256032" cy="256032"/>
                </a:xfrm>
                <a:prstGeom prst="rect">
                  <a:avLst/>
                </a:prstGeom>
              </p:spPr>
            </p:pic>
            <p:sp>
              <p:nvSpPr>
                <p:cNvPr id="79" name="Text 61"/>
                <p:cNvSpPr/>
                <p:nvPr/>
              </p:nvSpPr>
              <p:spPr>
                <a:xfrm>
                  <a:off x="4536952" y="7369699"/>
                  <a:ext cx="2970703" cy="18288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>
                    <a:buNone/>
                  </a:pPr>
                  <a:r>
                    <a:rPr lang="en-US" sz="1000" b="1">
                      <a:solidFill>
                        <a:srgbClr val="1565C0"/>
                      </a:solidFill>
                      <a:latin typeface="Segoe UI" pitchFamily="34" charset="0"/>
                      <a:ea typeface="Segoe UI" pitchFamily="34" charset="-122"/>
                      <a:cs typeface="Segoe UI" pitchFamily="34" charset="-120"/>
                    </a:rPr>
                    <a:t>SYNTHESIZE</a:t>
                  </a:r>
                  <a:endParaRPr lang="en-US" sz="1000"/>
                </a:p>
              </p:txBody>
            </p:sp>
          </p:grpSp>
          <p:sp>
            <p:nvSpPr>
              <p:cNvPr id="83" name="Shape 65"/>
              <p:cNvSpPr/>
              <p:nvPr/>
            </p:nvSpPr>
            <p:spPr>
              <a:xfrm>
                <a:off x="3472384" y="7698977"/>
                <a:ext cx="3427903" cy="369418"/>
              </a:xfrm>
              <a:prstGeom prst="rect">
                <a:avLst/>
              </a:prstGeom>
              <a:solidFill>
                <a:srgbClr val="FFFFFF"/>
              </a:solidFill>
              <a:ln w="8890">
                <a:solidFill>
                  <a:srgbClr val="7B5EA7"/>
                </a:solidFill>
                <a:prstDash val="solid"/>
              </a:ln>
              <a:effectLst>
                <a:outerShdw blurRad="25400" dist="12700" dir="8100000" algn="bl" rotWithShape="0">
                  <a:srgbClr val="000000">
                    <a:alpha val="7000"/>
                  </a:srgbClr>
                </a:outerShdw>
              </a:effec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84" name="Shape 66"/>
              <p:cNvSpPr/>
              <p:nvPr/>
            </p:nvSpPr>
            <p:spPr>
              <a:xfrm>
                <a:off x="3472384" y="7698977"/>
                <a:ext cx="54864" cy="369418"/>
              </a:xfrm>
              <a:prstGeom prst="rect">
                <a:avLst/>
              </a:prstGeom>
              <a:solidFill>
                <a:srgbClr val="7B5EA7"/>
              </a:solidFill>
              <a:ln w="12700">
                <a:solidFill>
                  <a:srgbClr val="7B5EA7"/>
                </a:solidFill>
                <a:prstDash val="solid"/>
              </a:ln>
            </p:spPr>
            <p:txBody>
              <a:bodyPr/>
              <a:lstStyle/>
              <a:p>
                <a:endParaRPr lang="en-US" sz="2000"/>
              </a:p>
            </p:txBody>
          </p:sp>
          <p:pic>
            <p:nvPicPr>
              <p:cNvPr id="85" name="Image 16" descr="preencoded.png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582112" y="7755670"/>
                <a:ext cx="256032" cy="256032"/>
              </a:xfrm>
              <a:prstGeom prst="rect">
                <a:avLst/>
              </a:prstGeom>
            </p:spPr>
          </p:pic>
        </p:grpSp>
        <p:sp>
          <p:nvSpPr>
            <p:cNvPr id="86" name="Text 67"/>
            <p:cNvSpPr/>
            <p:nvPr/>
          </p:nvSpPr>
          <p:spPr>
            <a:xfrm>
              <a:off x="1658285" y="5248077"/>
              <a:ext cx="2970703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>
                  <a:solidFill>
                    <a:srgbClr val="7B5EA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CRITIQUE</a:t>
              </a:r>
              <a:endParaRPr lang="en-US" sz="1000"/>
            </a:p>
          </p:txBody>
        </p:sp>
      </p:grpSp>
      <p:sp>
        <p:nvSpPr>
          <p:cNvPr id="122" name="TextBox 121">
            <a:extLst>
              <a:ext uri="{FF2B5EF4-FFF2-40B4-BE49-F238E27FC236}">
                <a16:creationId xmlns:a16="http://schemas.microsoft.com/office/drawing/2014/main" id="{DCE71AA2-8BC9-DAA2-9488-0FCE8DBDE34C}"/>
              </a:ext>
            </a:extLst>
          </p:cNvPr>
          <p:cNvSpPr txBox="1"/>
          <p:nvPr/>
        </p:nvSpPr>
        <p:spPr>
          <a:xfrm>
            <a:off x="4244577" y="4782758"/>
            <a:ext cx="2405717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rgbClr val="546E7A"/>
                </a:solidFill>
                <a:latin typeface="Segoe UI"/>
                <a:cs typeface="Segoe UI"/>
              </a:rPr>
              <a:t>When evidence is empty or irrelevant 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DD885EE-9AEA-52F4-C1EE-F777C94F3C5B}"/>
              </a:ext>
            </a:extLst>
          </p:cNvPr>
          <p:cNvCxnSpPr/>
          <p:nvPr/>
        </p:nvCxnSpPr>
        <p:spPr>
          <a:xfrm flipH="1">
            <a:off x="234003" y="3451337"/>
            <a:ext cx="1495" cy="2950407"/>
          </a:xfrm>
          <a:prstGeom prst="straightConnector1">
            <a:avLst/>
          </a:prstGeom>
          <a:ln w="285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F259B90E-FB97-C2E9-43E3-64BBC33F1BA3}"/>
              </a:ext>
            </a:extLst>
          </p:cNvPr>
          <p:cNvSpPr/>
          <p:nvPr/>
        </p:nvSpPr>
        <p:spPr>
          <a:xfrm>
            <a:off x="5782212" y="1212259"/>
            <a:ext cx="219004" cy="21834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ea typeface="Calibri"/>
                <a:cs typeface="Calibri"/>
              </a:rPr>
              <a:t>1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8A29A2B-73CA-39C8-DBBE-3DD96E9C5130}"/>
              </a:ext>
            </a:extLst>
          </p:cNvPr>
          <p:cNvSpPr/>
          <p:nvPr/>
        </p:nvSpPr>
        <p:spPr>
          <a:xfrm>
            <a:off x="4795519" y="2794875"/>
            <a:ext cx="219004" cy="21834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ea typeface="Calibri"/>
                <a:cs typeface="Calibri"/>
              </a:rPr>
              <a:t>2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608D3A4-0852-544A-794D-3066AA403044}"/>
              </a:ext>
            </a:extLst>
          </p:cNvPr>
          <p:cNvSpPr/>
          <p:nvPr/>
        </p:nvSpPr>
        <p:spPr>
          <a:xfrm>
            <a:off x="4473134" y="3664335"/>
            <a:ext cx="219004" cy="21834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ea typeface="Calibri"/>
                <a:cs typeface="Calibri"/>
              </a:rPr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FA5AE8A-8A70-95BF-7293-2384F119DDB9}"/>
              </a:ext>
            </a:extLst>
          </p:cNvPr>
          <p:cNvSpPr/>
          <p:nvPr/>
        </p:nvSpPr>
        <p:spPr>
          <a:xfrm>
            <a:off x="4414519" y="4377490"/>
            <a:ext cx="219004" cy="21834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ea typeface="Calibri"/>
                <a:cs typeface="Calibri"/>
              </a:rPr>
              <a:t>6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BC7ECC7-93A6-383F-96E6-4B53B6D8AB99}"/>
              </a:ext>
            </a:extLst>
          </p:cNvPr>
          <p:cNvSpPr/>
          <p:nvPr/>
        </p:nvSpPr>
        <p:spPr>
          <a:xfrm>
            <a:off x="7032673" y="3664336"/>
            <a:ext cx="219004" cy="21834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ea typeface="Calibri"/>
                <a:cs typeface="Calibri"/>
              </a:rPr>
              <a:t>4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3CCF7B4-CCEC-AE98-D987-0ABBF93020F1}"/>
              </a:ext>
            </a:extLst>
          </p:cNvPr>
          <p:cNvSpPr/>
          <p:nvPr/>
        </p:nvSpPr>
        <p:spPr>
          <a:xfrm>
            <a:off x="9426135" y="3058644"/>
            <a:ext cx="219004" cy="21834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ea typeface="Calibri"/>
                <a:cs typeface="Calibri"/>
              </a:rPr>
              <a:t>5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48EC9DA-8619-E69A-A442-3CD02318E123}"/>
              </a:ext>
            </a:extLst>
          </p:cNvPr>
          <p:cNvSpPr/>
          <p:nvPr/>
        </p:nvSpPr>
        <p:spPr>
          <a:xfrm>
            <a:off x="7032673" y="4924567"/>
            <a:ext cx="219004" cy="21834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ea typeface="Calibri"/>
                <a:cs typeface="Calibri"/>
              </a:rPr>
              <a:t>7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3C34939-10C4-FE4E-BDDC-EFDB770B777B}"/>
              </a:ext>
            </a:extLst>
          </p:cNvPr>
          <p:cNvSpPr/>
          <p:nvPr/>
        </p:nvSpPr>
        <p:spPr>
          <a:xfrm>
            <a:off x="7032672" y="5774489"/>
            <a:ext cx="219004" cy="21834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ea typeface="Calibri"/>
                <a:cs typeface="Calibri"/>
              </a:rPr>
              <a:t>8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FA5AE8A-8A70-95BF-7293-2384F119DDB9}"/>
              </a:ext>
            </a:extLst>
          </p:cNvPr>
          <p:cNvSpPr/>
          <p:nvPr/>
        </p:nvSpPr>
        <p:spPr>
          <a:xfrm>
            <a:off x="4414519" y="6575567"/>
            <a:ext cx="219004" cy="21834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ea typeface="Calibri"/>
                <a:cs typeface="Calibri"/>
              </a:rPr>
              <a:t>9</a:t>
            </a:r>
            <a:endParaRPr lang="en-US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5DB76E-BB13-5D4D-E9A7-AB113D50E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74F3F9E-A542-CE3A-2EEC-64C25BCFDCC8}"/>
              </a:ext>
            </a:extLst>
          </p:cNvPr>
          <p:cNvSpPr/>
          <p:nvPr/>
        </p:nvSpPr>
        <p:spPr>
          <a:xfrm>
            <a:off x="2352713" y="842721"/>
            <a:ext cx="7598073" cy="2490925"/>
          </a:xfrm>
          <a:prstGeom prst="roundRect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Segoe UI"/>
              <a:cs typeface="Segoe UI"/>
            </a:endParaRPr>
          </a:p>
        </p:txBody>
      </p: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94EB0BD9-A5E2-8DC6-AB1C-7D4CBE316A90}"/>
              </a:ext>
            </a:extLst>
          </p:cNvPr>
          <p:cNvCxnSpPr/>
          <p:nvPr/>
        </p:nvCxnSpPr>
        <p:spPr>
          <a:xfrm>
            <a:off x="8851222" y="1361726"/>
            <a:ext cx="2473803" cy="4425611"/>
          </a:xfrm>
          <a:prstGeom prst="bentConnector3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hape 0">
            <a:extLst>
              <a:ext uri="{FF2B5EF4-FFF2-40B4-BE49-F238E27FC236}">
                <a16:creationId xmlns:a16="http://schemas.microsoft.com/office/drawing/2014/main" id="{8C410606-121E-A143-9E0F-EE198A7C58E1}"/>
              </a:ext>
            </a:extLst>
          </p:cNvPr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chemeClr val="accent1"/>
          </a:solidFill>
          <a:ln w="6350">
            <a:noFill/>
            <a:prstDash val="solid"/>
          </a:ln>
        </p:spPr>
        <p:txBody>
          <a:bodyPr/>
          <a:lstStyle/>
          <a:p>
            <a:endParaRPr lang="en-US">
              <a:latin typeface="Segoe UI"/>
              <a:cs typeface="Segoe UI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77D2251-C1C5-1B09-1FD4-C28550DA5CE2}"/>
              </a:ext>
            </a:extLst>
          </p:cNvPr>
          <p:cNvSpPr/>
          <p:nvPr/>
        </p:nvSpPr>
        <p:spPr>
          <a:xfrm>
            <a:off x="182880" y="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b="1" dirty="0" err="1">
                <a:solidFill>
                  <a:srgbClr val="FFFFFF"/>
                </a:solidFill>
                <a:latin typeface="Segoe UI"/>
                <a:ea typeface="Calibri"/>
                <a:cs typeface="Segoe UI"/>
              </a:rPr>
              <a:t>MMCTAgent</a:t>
            </a:r>
            <a:r>
              <a:rPr lang="en-US" sz="1800" b="1" dirty="0">
                <a:solidFill>
                  <a:srgbClr val="FFFFFF"/>
                </a:solidFill>
                <a:latin typeface="Segoe UI"/>
                <a:ea typeface="Calibri"/>
                <a:cs typeface="Segoe UI"/>
              </a:rPr>
              <a:t>  —  Graph </a:t>
            </a:r>
            <a:r>
              <a:rPr lang="en-US" b="1" dirty="0">
                <a:solidFill>
                  <a:srgbClr val="FFFFFF"/>
                </a:solidFill>
                <a:latin typeface="Segoe UI"/>
                <a:ea typeface="Calibri"/>
                <a:cs typeface="Segoe UI"/>
              </a:rPr>
              <a:t>Agent </a:t>
            </a:r>
            <a:r>
              <a:rPr lang="en-US" sz="1800" b="1" dirty="0">
                <a:solidFill>
                  <a:srgbClr val="FFFFFF"/>
                </a:solidFill>
                <a:latin typeface="Segoe UI"/>
                <a:ea typeface="Calibri"/>
                <a:cs typeface="Segoe UI"/>
              </a:rPr>
              <a:t>Pipeline Architecture</a:t>
            </a:r>
            <a:endParaRPr lang="en-US" sz="1800" dirty="0">
              <a:latin typeface="Segoe UI"/>
              <a:ea typeface="Calibri"/>
              <a:cs typeface="Segoe UI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EEA3A4D-23D7-C741-48F9-EC96ABF740EC}"/>
              </a:ext>
            </a:extLst>
          </p:cNvPr>
          <p:cNvSpPr/>
          <p:nvPr/>
        </p:nvSpPr>
        <p:spPr>
          <a:xfrm>
            <a:off x="10314432" y="82296"/>
            <a:ext cx="1700784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latin typeface="Segoe UI"/>
              <a:cs typeface="Segoe UI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2843E73-1C8F-F40D-673E-140B46A09CDC}"/>
              </a:ext>
            </a:extLst>
          </p:cNvPr>
          <p:cNvSpPr/>
          <p:nvPr/>
        </p:nvSpPr>
        <p:spPr>
          <a:xfrm>
            <a:off x="10314432" y="82296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1A1A2E"/>
                </a:solidFill>
                <a:latin typeface="Segoe UI"/>
                <a:ea typeface="Calibri" pitchFamily="34" charset="-122"/>
                <a:cs typeface="Segoe UI"/>
              </a:rPr>
              <a:t>MMCTAgent</a:t>
            </a:r>
            <a:endParaRPr lang="en-US" sz="1100" dirty="0" err="1">
              <a:latin typeface="Segoe UI"/>
              <a:cs typeface="Segoe UI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E8608F1-42C3-1B73-C26F-D6FDCD584E9C}"/>
              </a:ext>
            </a:extLst>
          </p:cNvPr>
          <p:cNvSpPr/>
          <p:nvPr/>
        </p:nvSpPr>
        <p:spPr>
          <a:xfrm>
            <a:off x="588451" y="806435"/>
            <a:ext cx="1063966" cy="923172"/>
          </a:xfrm>
          <a:prstGeom prst="roundRect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egoe UI"/>
              <a:cs typeface="Segoe UI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62610D1-E500-ED23-E2ED-581F73E2BC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599" y="1026886"/>
            <a:ext cx="510421" cy="474136"/>
          </a:xfrm>
          <a:prstGeom prst="rect">
            <a:avLst/>
          </a:prstGeom>
        </p:spPr>
      </p:pic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69FB056-9B39-E8E4-928C-342D6FD83EE7}"/>
              </a:ext>
            </a:extLst>
          </p:cNvPr>
          <p:cNvSpPr/>
          <p:nvPr/>
        </p:nvSpPr>
        <p:spPr>
          <a:xfrm>
            <a:off x="5514452" y="1003084"/>
            <a:ext cx="4220398" cy="2092603"/>
          </a:xfrm>
          <a:prstGeom prst="roundRect">
            <a:avLst/>
          </a:prstGeom>
          <a:solidFill>
            <a:srgbClr val="EBF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latin typeface="Segoe UI"/>
              <a:cs typeface="Segoe UI"/>
            </a:endParaRPr>
          </a:p>
        </p:txBody>
      </p:sp>
      <p:pic>
        <p:nvPicPr>
          <p:cNvPr id="132" name="Image 16" descr="preencoded.png">
            <a:extLst>
              <a:ext uri="{FF2B5EF4-FFF2-40B4-BE49-F238E27FC236}">
                <a16:creationId xmlns:a16="http://schemas.microsoft.com/office/drawing/2014/main" id="{D17BBF33-7327-F876-64A2-969DF59C48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4369" y="1364247"/>
            <a:ext cx="173736" cy="173736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7C31A877-3CE5-977A-0051-63EE981DDAA2}"/>
              </a:ext>
            </a:extLst>
          </p:cNvPr>
          <p:cNvGrpSpPr/>
          <p:nvPr/>
        </p:nvGrpSpPr>
        <p:grpSpPr>
          <a:xfrm>
            <a:off x="2701396" y="1196169"/>
            <a:ext cx="7604683" cy="1765632"/>
            <a:chOff x="4225397" y="893788"/>
            <a:chExt cx="7604683" cy="1765632"/>
          </a:xfrm>
        </p:grpSpPr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933A28E2-0769-0F01-2946-C4E8548788F5}"/>
                </a:ext>
              </a:extLst>
            </p:cNvPr>
            <p:cNvCxnSpPr/>
            <p:nvPr/>
          </p:nvCxnSpPr>
          <p:spPr>
            <a:xfrm>
              <a:off x="9189649" y="1238673"/>
              <a:ext cx="6455" cy="97104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5D05E19-8FE3-FF6F-A2B8-A4EA4E05D0F5}"/>
                </a:ext>
              </a:extLst>
            </p:cNvPr>
            <p:cNvGrpSpPr/>
            <p:nvPr/>
          </p:nvGrpSpPr>
          <p:grpSpPr>
            <a:xfrm>
              <a:off x="7604975" y="893788"/>
              <a:ext cx="4225105" cy="403752"/>
              <a:chOff x="3073346" y="911012"/>
              <a:chExt cx="6425717" cy="656082"/>
            </a:xfrm>
          </p:grpSpPr>
          <p:sp>
            <p:nvSpPr>
              <p:cNvPr id="62" name="Shape 53">
                <a:extLst>
                  <a:ext uri="{FF2B5EF4-FFF2-40B4-BE49-F238E27FC236}">
                    <a16:creationId xmlns:a16="http://schemas.microsoft.com/office/drawing/2014/main" id="{77FCD37E-51AD-BDB0-D652-1A246D3A96E7}"/>
                  </a:ext>
                </a:extLst>
              </p:cNvPr>
              <p:cNvSpPr/>
              <p:nvPr/>
            </p:nvSpPr>
            <p:spPr>
              <a:xfrm>
                <a:off x="3073346" y="911012"/>
                <a:ext cx="5394959" cy="656082"/>
              </a:xfrm>
              <a:prstGeom prst="rect">
                <a:avLst/>
              </a:prstGeom>
              <a:solidFill>
                <a:srgbClr val="FFFFFF"/>
              </a:solidFill>
              <a:ln w="15240">
                <a:solidFill>
                  <a:srgbClr val="1565C0"/>
                </a:solidFill>
                <a:prstDash val="solid"/>
              </a:ln>
              <a:effectLst>
                <a:outerShdw blurRad="63500" dist="25400" dir="8100000" algn="bl" rotWithShape="0">
                  <a:srgbClr val="BFD0E8">
                    <a:alpha val="30000"/>
                  </a:srgbClr>
                </a:outerShdw>
              </a:effectLst>
            </p:spPr>
            <p:txBody>
              <a:bodyPr/>
              <a:lstStyle/>
              <a:p>
                <a:endParaRPr lang="en-US" sz="1300">
                  <a:latin typeface="Segoe UI"/>
                  <a:cs typeface="Segoe UI"/>
                </a:endParaRPr>
              </a:p>
            </p:txBody>
          </p:sp>
          <p:sp>
            <p:nvSpPr>
              <p:cNvPr id="68" name="Text 58">
                <a:extLst>
                  <a:ext uri="{FF2B5EF4-FFF2-40B4-BE49-F238E27FC236}">
                    <a16:creationId xmlns:a16="http://schemas.microsoft.com/office/drawing/2014/main" id="{3E59BD99-D98C-E32B-716E-9724C7C37878}"/>
                  </a:ext>
                </a:extLst>
              </p:cNvPr>
              <p:cNvSpPr/>
              <p:nvPr/>
            </p:nvSpPr>
            <p:spPr>
              <a:xfrm>
                <a:off x="4835623" y="1094311"/>
                <a:ext cx="4663440" cy="22996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300" b="1" err="1">
                    <a:solidFill>
                      <a:srgbClr val="1A2340"/>
                    </a:solidFill>
                    <a:latin typeface="Segoe UI"/>
                    <a:ea typeface="Calibri"/>
                    <a:cs typeface="Segoe UI"/>
                  </a:rPr>
                  <a:t>VideoAgent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362F39C9-EE22-D8A7-13F3-C16733339737}"/>
                </a:ext>
              </a:extLst>
            </p:cNvPr>
            <p:cNvGrpSpPr/>
            <p:nvPr/>
          </p:nvGrpSpPr>
          <p:grpSpPr>
            <a:xfrm>
              <a:off x="7597778" y="2223586"/>
              <a:ext cx="3876455" cy="419209"/>
              <a:chOff x="2982543" y="2668427"/>
              <a:chExt cx="2868699" cy="656082"/>
            </a:xfrm>
          </p:grpSpPr>
          <p:sp>
            <p:nvSpPr>
              <p:cNvPr id="80" name="Shape 69">
                <a:extLst>
                  <a:ext uri="{FF2B5EF4-FFF2-40B4-BE49-F238E27FC236}">
                    <a16:creationId xmlns:a16="http://schemas.microsoft.com/office/drawing/2014/main" id="{8C00D83A-480C-D524-726C-96FC2874E486}"/>
                  </a:ext>
                </a:extLst>
              </p:cNvPr>
              <p:cNvSpPr/>
              <p:nvPr/>
            </p:nvSpPr>
            <p:spPr>
              <a:xfrm>
                <a:off x="2982543" y="2668427"/>
                <a:ext cx="2625151" cy="656082"/>
              </a:xfrm>
              <a:prstGeom prst="rect">
                <a:avLst/>
              </a:prstGeom>
              <a:solidFill>
                <a:srgbClr val="FFFFFF"/>
              </a:solidFill>
              <a:ln w="15240">
                <a:solidFill>
                  <a:srgbClr val="00796B"/>
                </a:solidFill>
                <a:prstDash val="solid"/>
              </a:ln>
              <a:effectLst>
                <a:outerShdw blurRad="63500" dist="25400" dir="8100000" algn="bl" rotWithShape="0">
                  <a:srgbClr val="BFD0E8">
                    <a:alpha val="30000"/>
                  </a:srgbClr>
                </a:outerShdw>
              </a:effectLst>
            </p:spPr>
            <p:txBody>
              <a:bodyPr/>
              <a:lstStyle/>
              <a:p>
                <a:endParaRPr lang="en-US" sz="1300">
                  <a:latin typeface="Segoe UI"/>
                  <a:cs typeface="Segoe UI"/>
                </a:endParaRPr>
              </a:p>
            </p:txBody>
          </p:sp>
          <p:sp>
            <p:nvSpPr>
              <p:cNvPr id="86" name="Text 74">
                <a:extLst>
                  <a:ext uri="{FF2B5EF4-FFF2-40B4-BE49-F238E27FC236}">
                    <a16:creationId xmlns:a16="http://schemas.microsoft.com/office/drawing/2014/main" id="{084D711F-D969-0DD4-BA1B-9E6239F76BFE}"/>
                  </a:ext>
                </a:extLst>
              </p:cNvPr>
              <p:cNvSpPr/>
              <p:nvPr/>
            </p:nvSpPr>
            <p:spPr>
              <a:xfrm>
                <a:off x="3849008" y="2884513"/>
                <a:ext cx="2002234" cy="21031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300" b="1" err="1">
                    <a:solidFill>
                      <a:srgbClr val="1A2340"/>
                    </a:solidFill>
                    <a:latin typeface="Segoe UI"/>
                    <a:ea typeface="Calibri"/>
                    <a:cs typeface="Segoe UI"/>
                  </a:rPr>
                  <a:t>ImageAgent</a:t>
                </a:r>
                <a:endParaRPr lang="en-US" sz="1300" err="1">
                  <a:latin typeface="Segoe UI"/>
                  <a:cs typeface="Segoe UI"/>
                </a:endParaRPr>
              </a:p>
            </p:txBody>
          </p:sp>
        </p:grp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ED2A56A5-0329-8DA5-427A-A193179639A2}"/>
                </a:ext>
              </a:extLst>
            </p:cNvPr>
            <p:cNvSpPr/>
            <p:nvPr/>
          </p:nvSpPr>
          <p:spPr>
            <a:xfrm>
              <a:off x="4225397" y="2250350"/>
              <a:ext cx="1636718" cy="409070"/>
            </a:xfrm>
            <a:prstGeom prst="rect">
              <a:avLst/>
            </a:prstGeom>
            <a:noFill/>
            <a:ln>
              <a:solidFill>
                <a:srgbClr val="7030A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300">
                  <a:solidFill>
                    <a:schemeClr val="tx1"/>
                  </a:solidFill>
                  <a:latin typeface="Segoe UI"/>
                  <a:ea typeface="Calibri"/>
                  <a:cs typeface="Segoe UI"/>
                </a:rPr>
                <a:t>Planner Agent</a:t>
              </a:r>
              <a:endParaRPr lang="en-US" sz="1300">
                <a:solidFill>
                  <a:schemeClr val="tx1"/>
                </a:solidFill>
                <a:latin typeface="Segoe UI"/>
                <a:cs typeface="Segoe UI"/>
              </a:endParaRPr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E8BD2FF9-30E6-2BD2-981E-C7842AE67D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3314" y="1244599"/>
            <a:ext cx="776516" cy="703945"/>
          </a:xfrm>
          <a:prstGeom prst="rect">
            <a:avLst/>
          </a:prstGeom>
        </p:spPr>
      </p:pic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D522737-56B3-85FD-E310-CFC875A51D6B}"/>
              </a:ext>
            </a:extLst>
          </p:cNvPr>
          <p:cNvCxnSpPr/>
          <p:nvPr/>
        </p:nvCxnSpPr>
        <p:spPr>
          <a:xfrm flipH="1">
            <a:off x="11143937" y="3211669"/>
            <a:ext cx="1813" cy="410766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CCB26A6-096D-7D39-A2E8-7055AC01D8F2}"/>
              </a:ext>
            </a:extLst>
          </p:cNvPr>
          <p:cNvCxnSpPr/>
          <p:nvPr/>
        </p:nvCxnSpPr>
        <p:spPr>
          <a:xfrm flipV="1">
            <a:off x="4195138" y="3615171"/>
            <a:ext cx="6970737" cy="40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B7CC707-1B77-0190-B348-4BFB1FEBB8C5}"/>
              </a:ext>
            </a:extLst>
          </p:cNvPr>
          <p:cNvGrpSpPr/>
          <p:nvPr/>
        </p:nvGrpSpPr>
        <p:grpSpPr>
          <a:xfrm>
            <a:off x="3702263" y="3352391"/>
            <a:ext cx="7624391" cy="790137"/>
            <a:chOff x="5400145" y="2081318"/>
            <a:chExt cx="5753565" cy="1553212"/>
          </a:xfrm>
        </p:grpSpPr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72C47B01-5814-B6E6-B611-0299B02717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52216" y="2081318"/>
              <a:ext cx="1494" cy="1553212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2860C8C2-7D96-41A9-4AA3-097FA2D96E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00145" y="3607063"/>
              <a:ext cx="5743317" cy="1512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B393B628-FCAA-9410-D7DC-3F84510034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8038496" y="3421744"/>
            <a:ext cx="469295" cy="377372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FCEE84BA-2354-7A52-945D-08F3F730BD4D}"/>
              </a:ext>
            </a:extLst>
          </p:cNvPr>
          <p:cNvSpPr txBox="1"/>
          <p:nvPr/>
        </p:nvSpPr>
        <p:spPr>
          <a:xfrm>
            <a:off x="5163680" y="3651246"/>
            <a:ext cx="297310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latin typeface="Segoe UI"/>
                <a:ea typeface="Calibri"/>
                <a:cs typeface="Segoe UI"/>
              </a:rPr>
              <a:t>Critic Response – </a:t>
            </a:r>
            <a:r>
              <a:rPr lang="en-US" sz="1400">
                <a:solidFill>
                  <a:srgbClr val="FF0000"/>
                </a:solidFill>
                <a:latin typeface="Segoe UI"/>
                <a:ea typeface="Calibri"/>
                <a:cs typeface="Segoe UI"/>
              </a:rPr>
              <a:t>Negative</a:t>
            </a:r>
            <a:r>
              <a:rPr lang="en-US">
                <a:latin typeface="Segoe UI"/>
                <a:ea typeface="Calibri"/>
                <a:cs typeface="Segoe UI"/>
              </a:rPr>
              <a:t> </a:t>
            </a:r>
            <a:endParaRPr lang="en-US">
              <a:latin typeface="Segoe UI"/>
              <a:cs typeface="Segoe UI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B2A11545-7F4F-2958-D7CD-D34E538493B2}"/>
              </a:ext>
            </a:extLst>
          </p:cNvPr>
          <p:cNvSpPr/>
          <p:nvPr/>
        </p:nvSpPr>
        <p:spPr>
          <a:xfrm>
            <a:off x="10279404" y="780750"/>
            <a:ext cx="1864152" cy="25024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Segoe UI"/>
              <a:cs typeface="Segoe UI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A65F197-40F7-6CBE-73B5-06285580E1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66361" y="1244599"/>
            <a:ext cx="776516" cy="703945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A81CA25C-C055-3553-C57C-48112685643D}"/>
              </a:ext>
            </a:extLst>
          </p:cNvPr>
          <p:cNvSpPr/>
          <p:nvPr/>
        </p:nvSpPr>
        <p:spPr>
          <a:xfrm>
            <a:off x="10292367" y="2511608"/>
            <a:ext cx="1830240" cy="457450"/>
          </a:xfrm>
          <a:prstGeom prst="rect">
            <a:avLst/>
          </a:prstGeom>
          <a:noFill/>
          <a:ln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Segoe UI"/>
                <a:ea typeface="Calibri"/>
                <a:cs typeface="Segoe UI"/>
              </a:rPr>
              <a:t>Critic Agent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732DAE3-91D7-8AA7-8398-648096A4EFAE}"/>
              </a:ext>
            </a:extLst>
          </p:cNvPr>
          <p:cNvSpPr/>
          <p:nvPr/>
        </p:nvSpPr>
        <p:spPr>
          <a:xfrm>
            <a:off x="8679448" y="5129170"/>
            <a:ext cx="2913708" cy="702469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Segoe UI"/>
                <a:ea typeface="Calibri"/>
                <a:cs typeface="Segoe UI"/>
              </a:rPr>
              <a:t>Response</a:t>
            </a:r>
            <a:endParaRPr lang="en-US">
              <a:latin typeface="Segoe UI"/>
              <a:cs typeface="Segoe UI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079C428-7CB9-2731-684A-10ACE2870A92}"/>
              </a:ext>
            </a:extLst>
          </p:cNvPr>
          <p:cNvSpPr txBox="1"/>
          <p:nvPr/>
        </p:nvSpPr>
        <p:spPr>
          <a:xfrm>
            <a:off x="6651393" y="4159245"/>
            <a:ext cx="297310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rgbClr val="122903"/>
                </a:solidFill>
                <a:latin typeface="Segoe UI"/>
                <a:ea typeface="Calibri"/>
                <a:cs typeface="Segoe UI"/>
              </a:rPr>
              <a:t>Positive</a:t>
            </a:r>
          </a:p>
        </p:txBody>
      </p:sp>
      <p:sp>
        <p:nvSpPr>
          <p:cNvPr id="108" name="Shape 28">
            <a:extLst>
              <a:ext uri="{FF2B5EF4-FFF2-40B4-BE49-F238E27FC236}">
                <a16:creationId xmlns:a16="http://schemas.microsoft.com/office/drawing/2014/main" id="{20950E7D-643D-10AA-097A-80655FAC22D7}"/>
              </a:ext>
            </a:extLst>
          </p:cNvPr>
          <p:cNvSpPr/>
          <p:nvPr/>
        </p:nvSpPr>
        <p:spPr>
          <a:xfrm>
            <a:off x="-5722" y="4008846"/>
            <a:ext cx="3240374" cy="2850314"/>
          </a:xfrm>
          <a:prstGeom prst="rect">
            <a:avLst/>
          </a:prstGeom>
          <a:solidFill>
            <a:srgbClr val="E8EAF6"/>
          </a:solidFill>
          <a:ln w="15240">
            <a:solidFill>
              <a:srgbClr val="5C6BC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>
              <a:latin typeface="Segoe UI"/>
              <a:cs typeface="Segoe UI"/>
            </a:endParaRPr>
          </a:p>
        </p:txBody>
      </p:sp>
      <p:sp>
        <p:nvSpPr>
          <p:cNvPr id="109" name="Shape 29">
            <a:extLst>
              <a:ext uri="{FF2B5EF4-FFF2-40B4-BE49-F238E27FC236}">
                <a16:creationId xmlns:a16="http://schemas.microsoft.com/office/drawing/2014/main" id="{E55CE502-D591-29F0-E2F7-C1D51F5089BA}"/>
              </a:ext>
            </a:extLst>
          </p:cNvPr>
          <p:cNvSpPr/>
          <p:nvPr/>
        </p:nvSpPr>
        <p:spPr>
          <a:xfrm>
            <a:off x="-5722" y="4008846"/>
            <a:ext cx="3240374" cy="289162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>
              <a:latin typeface="Segoe UI"/>
              <a:cs typeface="Segoe UI"/>
            </a:endParaRPr>
          </a:p>
        </p:txBody>
      </p:sp>
      <p:sp>
        <p:nvSpPr>
          <p:cNvPr id="110" name="Text 30">
            <a:extLst>
              <a:ext uri="{FF2B5EF4-FFF2-40B4-BE49-F238E27FC236}">
                <a16:creationId xmlns:a16="http://schemas.microsoft.com/office/drawing/2014/main" id="{52BBFA50-427F-5EBB-8369-B0B0F1AC3F1E}"/>
              </a:ext>
            </a:extLst>
          </p:cNvPr>
          <p:cNvSpPr/>
          <p:nvPr/>
        </p:nvSpPr>
        <p:spPr>
          <a:xfrm>
            <a:off x="-5722" y="4008846"/>
            <a:ext cx="3240374" cy="289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 err="1">
                <a:solidFill>
                  <a:srgbClr val="FFFFFF"/>
                </a:solidFill>
                <a:latin typeface="Segoe UI"/>
                <a:cs typeface="Segoe UI"/>
              </a:rPr>
              <a:t>VideoAgent</a:t>
            </a:r>
            <a:r>
              <a:rPr lang="en-US" sz="1000" b="1" dirty="0">
                <a:solidFill>
                  <a:srgbClr val="FFFFFF"/>
                </a:solidFill>
                <a:latin typeface="Segoe UI"/>
                <a:cs typeface="Segoe UI"/>
              </a:rPr>
              <a:t> Tools</a:t>
            </a:r>
          </a:p>
        </p:txBody>
      </p:sp>
      <p:sp>
        <p:nvSpPr>
          <p:cNvPr id="112" name="Shape 41">
            <a:extLst>
              <a:ext uri="{FF2B5EF4-FFF2-40B4-BE49-F238E27FC236}">
                <a16:creationId xmlns:a16="http://schemas.microsoft.com/office/drawing/2014/main" id="{88C8345E-76BE-401F-F181-5265FC79D281}"/>
              </a:ext>
            </a:extLst>
          </p:cNvPr>
          <p:cNvSpPr/>
          <p:nvPr/>
        </p:nvSpPr>
        <p:spPr>
          <a:xfrm>
            <a:off x="76338" y="4401281"/>
            <a:ext cx="3076255" cy="417220"/>
          </a:xfrm>
          <a:prstGeom prst="rect">
            <a:avLst/>
          </a:prstGeom>
          <a:solidFill>
            <a:srgbClr val="FFFFFF"/>
          </a:solidFill>
          <a:ln w="8890">
            <a:solidFill>
              <a:srgbClr val="1A237E"/>
            </a:solidFill>
            <a:prstDash val="solid"/>
          </a:ln>
          <a:effectLst>
            <a:outerShdw blurRad="254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>
              <a:latin typeface="Segoe UI"/>
              <a:cs typeface="Segoe UI"/>
            </a:endParaRPr>
          </a:p>
        </p:txBody>
      </p:sp>
      <p:sp>
        <p:nvSpPr>
          <p:cNvPr id="114" name="Shape 42">
            <a:extLst>
              <a:ext uri="{FF2B5EF4-FFF2-40B4-BE49-F238E27FC236}">
                <a16:creationId xmlns:a16="http://schemas.microsoft.com/office/drawing/2014/main" id="{239ED26D-9DB6-BCA6-90B3-63B8A9364EDF}"/>
              </a:ext>
            </a:extLst>
          </p:cNvPr>
          <p:cNvSpPr/>
          <p:nvPr/>
        </p:nvSpPr>
        <p:spPr>
          <a:xfrm>
            <a:off x="76338" y="4401281"/>
            <a:ext cx="49236" cy="4172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>
              <a:latin typeface="Segoe UI"/>
              <a:cs typeface="Segoe UI"/>
            </a:endParaRPr>
          </a:p>
        </p:txBody>
      </p:sp>
      <p:sp>
        <p:nvSpPr>
          <p:cNvPr id="116" name="Text 43">
            <a:extLst>
              <a:ext uri="{FF2B5EF4-FFF2-40B4-BE49-F238E27FC236}">
                <a16:creationId xmlns:a16="http://schemas.microsoft.com/office/drawing/2014/main" id="{0AF8A478-EB83-886E-C4D5-994C877FCDB4}"/>
              </a:ext>
            </a:extLst>
          </p:cNvPr>
          <p:cNvSpPr/>
          <p:nvPr/>
        </p:nvSpPr>
        <p:spPr>
          <a:xfrm>
            <a:off x="1031698" y="4529231"/>
            <a:ext cx="2665956" cy="206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1">
                <a:solidFill>
                  <a:srgbClr val="1A237E"/>
                </a:solidFill>
                <a:latin typeface="Segoe UI"/>
                <a:cs typeface="Segoe UI"/>
              </a:rPr>
              <a:t>Search Graph</a:t>
            </a:r>
          </a:p>
        </p:txBody>
      </p:sp>
      <p:sp>
        <p:nvSpPr>
          <p:cNvPr id="118" name="Shape 47">
            <a:extLst>
              <a:ext uri="{FF2B5EF4-FFF2-40B4-BE49-F238E27FC236}">
                <a16:creationId xmlns:a16="http://schemas.microsoft.com/office/drawing/2014/main" id="{2F7780F6-EB19-E820-E463-4343B47676F0}"/>
              </a:ext>
            </a:extLst>
          </p:cNvPr>
          <p:cNvSpPr/>
          <p:nvPr/>
        </p:nvSpPr>
        <p:spPr>
          <a:xfrm>
            <a:off x="76338" y="4901119"/>
            <a:ext cx="3076255" cy="417220"/>
          </a:xfrm>
          <a:prstGeom prst="rect">
            <a:avLst/>
          </a:prstGeom>
          <a:solidFill>
            <a:srgbClr val="FFFFFF"/>
          </a:solidFill>
          <a:ln w="8890">
            <a:solidFill>
              <a:srgbClr val="283593"/>
            </a:solidFill>
            <a:prstDash val="solid"/>
          </a:ln>
          <a:effectLst>
            <a:outerShdw blurRad="254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>
              <a:latin typeface="Segoe UI"/>
              <a:cs typeface="Segoe UI"/>
            </a:endParaRPr>
          </a:p>
        </p:txBody>
      </p:sp>
      <p:sp>
        <p:nvSpPr>
          <p:cNvPr id="119" name="Shape 48">
            <a:extLst>
              <a:ext uri="{FF2B5EF4-FFF2-40B4-BE49-F238E27FC236}">
                <a16:creationId xmlns:a16="http://schemas.microsoft.com/office/drawing/2014/main" id="{6E924DD2-1BF3-BB5C-6147-868ABE44F904}"/>
              </a:ext>
            </a:extLst>
          </p:cNvPr>
          <p:cNvSpPr/>
          <p:nvPr/>
        </p:nvSpPr>
        <p:spPr>
          <a:xfrm>
            <a:off x="76338" y="4901119"/>
            <a:ext cx="49236" cy="417220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>
              <a:latin typeface="Segoe UI"/>
              <a:cs typeface="Segoe UI"/>
            </a:endParaRPr>
          </a:p>
        </p:txBody>
      </p:sp>
      <p:sp>
        <p:nvSpPr>
          <p:cNvPr id="122" name="Text 49">
            <a:extLst>
              <a:ext uri="{FF2B5EF4-FFF2-40B4-BE49-F238E27FC236}">
                <a16:creationId xmlns:a16="http://schemas.microsoft.com/office/drawing/2014/main" id="{9C93F301-109F-7CA2-A19C-A1DC5F2F9A0D}"/>
              </a:ext>
            </a:extLst>
          </p:cNvPr>
          <p:cNvSpPr/>
          <p:nvPr/>
        </p:nvSpPr>
        <p:spPr>
          <a:xfrm>
            <a:off x="1031698" y="5029069"/>
            <a:ext cx="2665956" cy="206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1">
                <a:solidFill>
                  <a:srgbClr val="283593"/>
                </a:solidFill>
                <a:latin typeface="Segoe UI"/>
                <a:cs typeface="Segoe UI"/>
              </a:rPr>
              <a:t>Get Video Overview</a:t>
            </a:r>
          </a:p>
        </p:txBody>
      </p:sp>
      <p:sp>
        <p:nvSpPr>
          <p:cNvPr id="123" name="Shape 53">
            <a:extLst>
              <a:ext uri="{FF2B5EF4-FFF2-40B4-BE49-F238E27FC236}">
                <a16:creationId xmlns:a16="http://schemas.microsoft.com/office/drawing/2014/main" id="{1AA2BCAF-CCB2-32BD-E08C-E772DC2F4D0F}"/>
              </a:ext>
            </a:extLst>
          </p:cNvPr>
          <p:cNvSpPr/>
          <p:nvPr/>
        </p:nvSpPr>
        <p:spPr>
          <a:xfrm>
            <a:off x="76338" y="5400956"/>
            <a:ext cx="3076255" cy="417220"/>
          </a:xfrm>
          <a:prstGeom prst="rect">
            <a:avLst/>
          </a:prstGeom>
          <a:solidFill>
            <a:schemeClr val="bg1"/>
          </a:solidFill>
          <a:ln w="8890">
            <a:solidFill>
              <a:srgbClr val="7030A0"/>
            </a:solidFill>
            <a:prstDash val="solid"/>
          </a:ln>
          <a:effectLst>
            <a:outerShdw blurRad="254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>
              <a:latin typeface="Segoe UI"/>
              <a:cs typeface="Segoe UI"/>
            </a:endParaRPr>
          </a:p>
        </p:txBody>
      </p:sp>
      <p:sp>
        <p:nvSpPr>
          <p:cNvPr id="124" name="Shape 54">
            <a:extLst>
              <a:ext uri="{FF2B5EF4-FFF2-40B4-BE49-F238E27FC236}">
                <a16:creationId xmlns:a16="http://schemas.microsoft.com/office/drawing/2014/main" id="{0B07D7CE-6FE3-439C-2221-2C25051BD0F7}"/>
              </a:ext>
            </a:extLst>
          </p:cNvPr>
          <p:cNvSpPr/>
          <p:nvPr/>
        </p:nvSpPr>
        <p:spPr>
          <a:xfrm>
            <a:off x="76338" y="5400956"/>
            <a:ext cx="49236" cy="41722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>
              <a:solidFill>
                <a:srgbClr val="000000"/>
              </a:solidFill>
              <a:latin typeface="Segoe UI"/>
              <a:cs typeface="Segoe UI"/>
            </a:endParaRPr>
          </a:p>
        </p:txBody>
      </p:sp>
      <p:sp>
        <p:nvSpPr>
          <p:cNvPr id="126" name="Text 55">
            <a:extLst>
              <a:ext uri="{FF2B5EF4-FFF2-40B4-BE49-F238E27FC236}">
                <a16:creationId xmlns:a16="http://schemas.microsoft.com/office/drawing/2014/main" id="{B19A2C70-4968-16F4-60C1-157184DA67A3}"/>
              </a:ext>
            </a:extLst>
          </p:cNvPr>
          <p:cNvSpPr/>
          <p:nvPr/>
        </p:nvSpPr>
        <p:spPr>
          <a:xfrm>
            <a:off x="487412" y="5504716"/>
            <a:ext cx="2665956" cy="2065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1">
                <a:solidFill>
                  <a:srgbClr val="7030A0"/>
                </a:solidFill>
                <a:latin typeface="Segoe UI"/>
                <a:cs typeface="Segoe UI"/>
              </a:rPr>
              <a:t>Traversal of Graph (Get sibling)</a:t>
            </a:r>
          </a:p>
        </p:txBody>
      </p:sp>
      <p:sp>
        <p:nvSpPr>
          <p:cNvPr id="127" name="Text 56">
            <a:extLst>
              <a:ext uri="{FF2B5EF4-FFF2-40B4-BE49-F238E27FC236}">
                <a16:creationId xmlns:a16="http://schemas.microsoft.com/office/drawing/2014/main" id="{21CECC82-3C59-C7D8-47D6-5C19A0BD54E3}"/>
              </a:ext>
            </a:extLst>
          </p:cNvPr>
          <p:cNvSpPr/>
          <p:nvPr/>
        </p:nvSpPr>
        <p:spPr>
          <a:xfrm>
            <a:off x="1031698" y="5735451"/>
            <a:ext cx="2665956" cy="165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900">
              <a:solidFill>
                <a:srgbClr val="0078D4"/>
              </a:solidFill>
              <a:latin typeface="Segoe UI"/>
              <a:cs typeface="Segoe UI"/>
            </a:endParaRPr>
          </a:p>
        </p:txBody>
      </p:sp>
      <p:sp>
        <p:nvSpPr>
          <p:cNvPr id="128" name="Shape 59">
            <a:extLst>
              <a:ext uri="{FF2B5EF4-FFF2-40B4-BE49-F238E27FC236}">
                <a16:creationId xmlns:a16="http://schemas.microsoft.com/office/drawing/2014/main" id="{8D1EF4B3-8E03-9DE1-64F3-0E679B486E15}"/>
              </a:ext>
            </a:extLst>
          </p:cNvPr>
          <p:cNvSpPr/>
          <p:nvPr/>
        </p:nvSpPr>
        <p:spPr>
          <a:xfrm>
            <a:off x="76338" y="5900794"/>
            <a:ext cx="3076255" cy="417220"/>
          </a:xfrm>
          <a:prstGeom prst="rect">
            <a:avLst/>
          </a:prstGeom>
          <a:solidFill>
            <a:srgbClr val="FFFFFF"/>
          </a:solidFill>
          <a:ln w="8890">
            <a:solidFill>
              <a:srgbClr val="1565C0"/>
            </a:solidFill>
            <a:prstDash val="solid"/>
          </a:ln>
          <a:effectLst>
            <a:outerShdw blurRad="254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>
              <a:latin typeface="Segoe UI"/>
              <a:cs typeface="Segoe UI"/>
            </a:endParaRPr>
          </a:p>
        </p:txBody>
      </p:sp>
      <p:sp>
        <p:nvSpPr>
          <p:cNvPr id="129" name="Shape 60">
            <a:extLst>
              <a:ext uri="{FF2B5EF4-FFF2-40B4-BE49-F238E27FC236}">
                <a16:creationId xmlns:a16="http://schemas.microsoft.com/office/drawing/2014/main" id="{5D345E31-9613-F5A9-D05B-310941FEEEEB}"/>
              </a:ext>
            </a:extLst>
          </p:cNvPr>
          <p:cNvSpPr/>
          <p:nvPr/>
        </p:nvSpPr>
        <p:spPr>
          <a:xfrm>
            <a:off x="76338" y="5900794"/>
            <a:ext cx="49236" cy="4172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>
              <a:latin typeface="Segoe UI"/>
              <a:cs typeface="Segoe UI"/>
            </a:endParaRPr>
          </a:p>
        </p:txBody>
      </p:sp>
      <p:sp>
        <p:nvSpPr>
          <p:cNvPr id="131" name="Text 61">
            <a:extLst>
              <a:ext uri="{FF2B5EF4-FFF2-40B4-BE49-F238E27FC236}">
                <a16:creationId xmlns:a16="http://schemas.microsoft.com/office/drawing/2014/main" id="{1B995EB7-9592-708C-1DFD-7E41662D58D4}"/>
              </a:ext>
            </a:extLst>
          </p:cNvPr>
          <p:cNvSpPr/>
          <p:nvPr/>
        </p:nvSpPr>
        <p:spPr>
          <a:xfrm>
            <a:off x="1031698" y="6028745"/>
            <a:ext cx="2665956" cy="206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1" dirty="0">
                <a:solidFill>
                  <a:srgbClr val="1565C0"/>
                </a:solidFill>
                <a:latin typeface="Segoe UI"/>
                <a:cs typeface="Segoe UI"/>
              </a:rPr>
              <a:t>Search </a:t>
            </a:r>
            <a:r>
              <a:rPr lang="en-US" sz="1000" b="1" dirty="0" err="1">
                <a:solidFill>
                  <a:srgbClr val="1565C0"/>
                </a:solidFill>
                <a:latin typeface="Segoe UI"/>
                <a:cs typeface="Segoe UI"/>
              </a:rPr>
              <a:t>KeyFrame</a:t>
            </a:r>
          </a:p>
        </p:txBody>
      </p:sp>
      <p:sp>
        <p:nvSpPr>
          <p:cNvPr id="103" name="Shape 65">
            <a:extLst>
              <a:ext uri="{FF2B5EF4-FFF2-40B4-BE49-F238E27FC236}">
                <a16:creationId xmlns:a16="http://schemas.microsoft.com/office/drawing/2014/main" id="{ADBA8785-4035-F4E3-D2FC-598D8A07FF97}"/>
              </a:ext>
            </a:extLst>
          </p:cNvPr>
          <p:cNvSpPr/>
          <p:nvPr/>
        </p:nvSpPr>
        <p:spPr>
          <a:xfrm>
            <a:off x="76338" y="6400631"/>
            <a:ext cx="3076255" cy="417220"/>
          </a:xfrm>
          <a:prstGeom prst="rect">
            <a:avLst/>
          </a:prstGeom>
          <a:solidFill>
            <a:srgbClr val="FFFFFF"/>
          </a:solidFill>
          <a:ln w="8890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254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>
              <a:latin typeface="Segoe UI"/>
              <a:cs typeface="Segoe UI"/>
            </a:endParaRPr>
          </a:p>
        </p:txBody>
      </p:sp>
      <p:sp>
        <p:nvSpPr>
          <p:cNvPr id="104" name="Shape 66">
            <a:extLst>
              <a:ext uri="{FF2B5EF4-FFF2-40B4-BE49-F238E27FC236}">
                <a16:creationId xmlns:a16="http://schemas.microsoft.com/office/drawing/2014/main" id="{7F46B04D-DF9D-3DB4-AD5D-F41A59B2CFA8}"/>
              </a:ext>
            </a:extLst>
          </p:cNvPr>
          <p:cNvSpPr/>
          <p:nvPr/>
        </p:nvSpPr>
        <p:spPr>
          <a:xfrm>
            <a:off x="76338" y="6400631"/>
            <a:ext cx="49236" cy="41722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>
              <a:latin typeface="Segoe UI"/>
              <a:cs typeface="Segoe UI"/>
            </a:endParaRPr>
          </a:p>
        </p:txBody>
      </p:sp>
      <p:sp>
        <p:nvSpPr>
          <p:cNvPr id="99" name="Text 67">
            <a:extLst>
              <a:ext uri="{FF2B5EF4-FFF2-40B4-BE49-F238E27FC236}">
                <a16:creationId xmlns:a16="http://schemas.microsoft.com/office/drawing/2014/main" id="{EF0E2CB1-588A-00B5-D3E2-695084D2BCCD}"/>
              </a:ext>
            </a:extLst>
          </p:cNvPr>
          <p:cNvSpPr/>
          <p:nvPr/>
        </p:nvSpPr>
        <p:spPr>
          <a:xfrm>
            <a:off x="1020843" y="6487600"/>
            <a:ext cx="2665956" cy="206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1">
                <a:solidFill>
                  <a:srgbClr val="525252"/>
                </a:solidFill>
                <a:latin typeface="Segoe UI"/>
                <a:cs typeface="Segoe UI"/>
              </a:rPr>
              <a:t>Find relevant Video</a:t>
            </a:r>
          </a:p>
        </p:txBody>
      </p:sp>
      <p:sp>
        <p:nvSpPr>
          <p:cNvPr id="137" name="Shape 28">
            <a:extLst>
              <a:ext uri="{FF2B5EF4-FFF2-40B4-BE49-F238E27FC236}">
                <a16:creationId xmlns:a16="http://schemas.microsoft.com/office/drawing/2014/main" id="{547F23A3-075A-8C27-3EE0-8BD02D447B01}"/>
              </a:ext>
            </a:extLst>
          </p:cNvPr>
          <p:cNvSpPr/>
          <p:nvPr/>
        </p:nvSpPr>
        <p:spPr>
          <a:xfrm>
            <a:off x="3356752" y="4492655"/>
            <a:ext cx="3158733" cy="2281839"/>
          </a:xfrm>
          <a:prstGeom prst="rect">
            <a:avLst/>
          </a:prstGeom>
          <a:solidFill>
            <a:srgbClr val="E8EAF6"/>
          </a:solidFill>
          <a:ln w="15240">
            <a:solidFill>
              <a:srgbClr val="5C6BC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>
              <a:latin typeface="Segoe UI"/>
              <a:cs typeface="Segoe UI"/>
            </a:endParaRPr>
          </a:p>
        </p:txBody>
      </p:sp>
      <p:sp>
        <p:nvSpPr>
          <p:cNvPr id="138" name="Shape 29">
            <a:extLst>
              <a:ext uri="{FF2B5EF4-FFF2-40B4-BE49-F238E27FC236}">
                <a16:creationId xmlns:a16="http://schemas.microsoft.com/office/drawing/2014/main" id="{346B7FBB-FF6E-3E43-1947-1261B34FB271}"/>
              </a:ext>
            </a:extLst>
          </p:cNvPr>
          <p:cNvSpPr/>
          <p:nvPr/>
        </p:nvSpPr>
        <p:spPr>
          <a:xfrm>
            <a:off x="3308372" y="4492655"/>
            <a:ext cx="3219208" cy="287935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>
              <a:latin typeface="Segoe UI"/>
              <a:cs typeface="Segoe UI"/>
            </a:endParaRPr>
          </a:p>
        </p:txBody>
      </p:sp>
      <p:sp>
        <p:nvSpPr>
          <p:cNvPr id="139" name="Text 30">
            <a:extLst>
              <a:ext uri="{FF2B5EF4-FFF2-40B4-BE49-F238E27FC236}">
                <a16:creationId xmlns:a16="http://schemas.microsoft.com/office/drawing/2014/main" id="{ECEB183A-31B8-3767-17E3-5CCBDA8A15AD}"/>
              </a:ext>
            </a:extLst>
          </p:cNvPr>
          <p:cNvSpPr/>
          <p:nvPr/>
        </p:nvSpPr>
        <p:spPr>
          <a:xfrm>
            <a:off x="3308372" y="4492655"/>
            <a:ext cx="3219208" cy="287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 err="1">
                <a:solidFill>
                  <a:srgbClr val="FFFFFF"/>
                </a:solidFill>
                <a:latin typeface="Segoe UI"/>
                <a:cs typeface="Segoe UI"/>
              </a:rPr>
              <a:t>ImageAgent</a:t>
            </a:r>
            <a:r>
              <a:rPr lang="en-US" sz="1000" b="1" dirty="0">
                <a:solidFill>
                  <a:srgbClr val="FFFFFF"/>
                </a:solidFill>
                <a:latin typeface="Segoe UI"/>
                <a:cs typeface="Segoe UI"/>
              </a:rPr>
              <a:t> Tools</a:t>
            </a:r>
          </a:p>
        </p:txBody>
      </p:sp>
      <p:sp>
        <p:nvSpPr>
          <p:cNvPr id="140" name="Shape 41">
            <a:extLst>
              <a:ext uri="{FF2B5EF4-FFF2-40B4-BE49-F238E27FC236}">
                <a16:creationId xmlns:a16="http://schemas.microsoft.com/office/drawing/2014/main" id="{C58AF0AF-51E1-78E1-A59B-CE7CE1012966}"/>
              </a:ext>
            </a:extLst>
          </p:cNvPr>
          <p:cNvSpPr/>
          <p:nvPr/>
        </p:nvSpPr>
        <p:spPr>
          <a:xfrm>
            <a:off x="3389896" y="4883424"/>
            <a:ext cx="3056161" cy="415450"/>
          </a:xfrm>
          <a:prstGeom prst="rect">
            <a:avLst/>
          </a:prstGeom>
          <a:solidFill>
            <a:srgbClr val="FFFFFF"/>
          </a:solidFill>
          <a:ln w="8890">
            <a:solidFill>
              <a:srgbClr val="1A237E"/>
            </a:solidFill>
            <a:prstDash val="solid"/>
          </a:ln>
          <a:effectLst>
            <a:outerShdw blurRad="254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>
              <a:latin typeface="Segoe UI"/>
              <a:cs typeface="Segoe UI"/>
            </a:endParaRPr>
          </a:p>
        </p:txBody>
      </p:sp>
      <p:sp>
        <p:nvSpPr>
          <p:cNvPr id="141" name="Shape 42">
            <a:extLst>
              <a:ext uri="{FF2B5EF4-FFF2-40B4-BE49-F238E27FC236}">
                <a16:creationId xmlns:a16="http://schemas.microsoft.com/office/drawing/2014/main" id="{7CAFEBA3-7AD2-12BD-9708-3E3FAA966401}"/>
              </a:ext>
            </a:extLst>
          </p:cNvPr>
          <p:cNvSpPr/>
          <p:nvPr/>
        </p:nvSpPr>
        <p:spPr>
          <a:xfrm>
            <a:off x="3389896" y="4883424"/>
            <a:ext cx="48914" cy="41545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>
              <a:latin typeface="Segoe UI"/>
              <a:cs typeface="Segoe UI"/>
            </a:endParaRPr>
          </a:p>
        </p:txBody>
      </p:sp>
      <p:sp>
        <p:nvSpPr>
          <p:cNvPr id="142" name="Text 43">
            <a:extLst>
              <a:ext uri="{FF2B5EF4-FFF2-40B4-BE49-F238E27FC236}">
                <a16:creationId xmlns:a16="http://schemas.microsoft.com/office/drawing/2014/main" id="{599AD1D0-F13B-A468-425D-406F161B5234}"/>
              </a:ext>
            </a:extLst>
          </p:cNvPr>
          <p:cNvSpPr/>
          <p:nvPr/>
        </p:nvSpPr>
        <p:spPr>
          <a:xfrm>
            <a:off x="3831015" y="5022927"/>
            <a:ext cx="2648542" cy="205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1" dirty="0" err="1">
                <a:solidFill>
                  <a:srgbClr val="1A237E"/>
                </a:solidFill>
                <a:latin typeface="Segoe UI"/>
                <a:cs typeface="Segoe UI"/>
              </a:rPr>
              <a:t>Analyse</a:t>
            </a:r>
            <a:r>
              <a:rPr lang="en-US" sz="1000" b="1" dirty="0">
                <a:solidFill>
                  <a:srgbClr val="1A237E"/>
                </a:solidFill>
                <a:latin typeface="Segoe UI"/>
                <a:cs typeface="Segoe UI"/>
              </a:rPr>
              <a:t> Image with Vision Transformer</a:t>
            </a:r>
          </a:p>
        </p:txBody>
      </p:sp>
      <p:sp>
        <p:nvSpPr>
          <p:cNvPr id="143" name="Shape 47">
            <a:extLst>
              <a:ext uri="{FF2B5EF4-FFF2-40B4-BE49-F238E27FC236}">
                <a16:creationId xmlns:a16="http://schemas.microsoft.com/office/drawing/2014/main" id="{FAC3E274-6369-1649-5A0F-00747606887C}"/>
              </a:ext>
            </a:extLst>
          </p:cNvPr>
          <p:cNvSpPr/>
          <p:nvPr/>
        </p:nvSpPr>
        <p:spPr>
          <a:xfrm>
            <a:off x="3389896" y="5381141"/>
            <a:ext cx="3056161" cy="415450"/>
          </a:xfrm>
          <a:prstGeom prst="rect">
            <a:avLst/>
          </a:prstGeom>
          <a:solidFill>
            <a:srgbClr val="FFFFFF"/>
          </a:solidFill>
          <a:ln w="8890">
            <a:solidFill>
              <a:srgbClr val="283593"/>
            </a:solidFill>
            <a:prstDash val="solid"/>
          </a:ln>
          <a:effectLst>
            <a:outerShdw blurRad="254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>
              <a:latin typeface="Segoe UI"/>
              <a:cs typeface="Segoe UI"/>
            </a:endParaRPr>
          </a:p>
        </p:txBody>
      </p:sp>
      <p:sp>
        <p:nvSpPr>
          <p:cNvPr id="144" name="Shape 48">
            <a:extLst>
              <a:ext uri="{FF2B5EF4-FFF2-40B4-BE49-F238E27FC236}">
                <a16:creationId xmlns:a16="http://schemas.microsoft.com/office/drawing/2014/main" id="{5D85CCA2-9807-B660-BFB6-C0F98F54AFBC}"/>
              </a:ext>
            </a:extLst>
          </p:cNvPr>
          <p:cNvSpPr/>
          <p:nvPr/>
        </p:nvSpPr>
        <p:spPr>
          <a:xfrm>
            <a:off x="3389896" y="5381141"/>
            <a:ext cx="48914" cy="415450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>
              <a:latin typeface="Segoe UI"/>
              <a:cs typeface="Segoe UI"/>
            </a:endParaRPr>
          </a:p>
        </p:txBody>
      </p:sp>
      <p:sp>
        <p:nvSpPr>
          <p:cNvPr id="145" name="Text 49">
            <a:extLst>
              <a:ext uri="{FF2B5EF4-FFF2-40B4-BE49-F238E27FC236}">
                <a16:creationId xmlns:a16="http://schemas.microsoft.com/office/drawing/2014/main" id="{18E5319D-645F-7019-48F6-75FC5BFA0B7F}"/>
              </a:ext>
            </a:extLst>
          </p:cNvPr>
          <p:cNvSpPr/>
          <p:nvPr/>
        </p:nvSpPr>
        <p:spPr>
          <a:xfrm>
            <a:off x="4339016" y="5508549"/>
            <a:ext cx="2648542" cy="205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1">
                <a:solidFill>
                  <a:srgbClr val="283593"/>
                </a:solidFill>
                <a:latin typeface="Segoe UI"/>
                <a:cs typeface="Segoe UI"/>
              </a:rPr>
              <a:t>Object Detection</a:t>
            </a:r>
          </a:p>
        </p:txBody>
      </p:sp>
      <p:sp>
        <p:nvSpPr>
          <p:cNvPr id="146" name="Shape 53">
            <a:extLst>
              <a:ext uri="{FF2B5EF4-FFF2-40B4-BE49-F238E27FC236}">
                <a16:creationId xmlns:a16="http://schemas.microsoft.com/office/drawing/2014/main" id="{3DC38211-57BB-0BAE-E9C0-E136D6A37537}"/>
              </a:ext>
            </a:extLst>
          </p:cNvPr>
          <p:cNvSpPr/>
          <p:nvPr/>
        </p:nvSpPr>
        <p:spPr>
          <a:xfrm>
            <a:off x="3389896" y="5878857"/>
            <a:ext cx="3056161" cy="415450"/>
          </a:xfrm>
          <a:prstGeom prst="rect">
            <a:avLst/>
          </a:prstGeom>
          <a:solidFill>
            <a:srgbClr val="FFFFFF"/>
          </a:solidFill>
          <a:ln w="8890">
            <a:solidFill>
              <a:srgbClr val="7030A0"/>
            </a:solidFill>
            <a:prstDash val="solid"/>
          </a:ln>
          <a:effectLst>
            <a:outerShdw blurRad="254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>
              <a:latin typeface="Segoe UI"/>
              <a:cs typeface="Segoe UI"/>
            </a:endParaRPr>
          </a:p>
        </p:txBody>
      </p:sp>
      <p:sp>
        <p:nvSpPr>
          <p:cNvPr id="147" name="Shape 54">
            <a:extLst>
              <a:ext uri="{FF2B5EF4-FFF2-40B4-BE49-F238E27FC236}">
                <a16:creationId xmlns:a16="http://schemas.microsoft.com/office/drawing/2014/main" id="{AD21B331-3856-4DBE-A725-1DC4BFAAA958}"/>
              </a:ext>
            </a:extLst>
          </p:cNvPr>
          <p:cNvSpPr/>
          <p:nvPr/>
        </p:nvSpPr>
        <p:spPr>
          <a:xfrm>
            <a:off x="3389896" y="5878857"/>
            <a:ext cx="48914" cy="41545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>
              <a:solidFill>
                <a:srgbClr val="000000"/>
              </a:solidFill>
              <a:latin typeface="Segoe UI"/>
              <a:cs typeface="Segoe UI"/>
            </a:endParaRPr>
          </a:p>
        </p:txBody>
      </p:sp>
      <p:sp>
        <p:nvSpPr>
          <p:cNvPr id="148" name="Text 55">
            <a:extLst>
              <a:ext uri="{FF2B5EF4-FFF2-40B4-BE49-F238E27FC236}">
                <a16:creationId xmlns:a16="http://schemas.microsoft.com/office/drawing/2014/main" id="{74C5E3C0-7EA4-3936-93DE-76D192AEDA17}"/>
              </a:ext>
            </a:extLst>
          </p:cNvPr>
          <p:cNvSpPr/>
          <p:nvPr/>
        </p:nvSpPr>
        <p:spPr>
          <a:xfrm>
            <a:off x="4339016" y="6006265"/>
            <a:ext cx="2648542" cy="2056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1">
                <a:solidFill>
                  <a:srgbClr val="7030A0"/>
                </a:solidFill>
                <a:latin typeface="Segoe UI"/>
                <a:cs typeface="Segoe UI"/>
              </a:rPr>
              <a:t>Perform OCR</a:t>
            </a:r>
          </a:p>
        </p:txBody>
      </p:sp>
      <p:sp>
        <p:nvSpPr>
          <p:cNvPr id="149" name="Text 56">
            <a:extLst>
              <a:ext uri="{FF2B5EF4-FFF2-40B4-BE49-F238E27FC236}">
                <a16:creationId xmlns:a16="http://schemas.microsoft.com/office/drawing/2014/main" id="{BEB6A246-8846-7B11-6850-7E95DBE7A6F6}"/>
              </a:ext>
            </a:extLst>
          </p:cNvPr>
          <p:cNvSpPr/>
          <p:nvPr/>
        </p:nvSpPr>
        <p:spPr>
          <a:xfrm>
            <a:off x="4339016" y="6211933"/>
            <a:ext cx="2648542" cy="164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900">
              <a:solidFill>
                <a:srgbClr val="0078D4"/>
              </a:solidFill>
              <a:latin typeface="Segoe UI"/>
              <a:cs typeface="Segoe UI"/>
            </a:endParaRPr>
          </a:p>
        </p:txBody>
      </p:sp>
      <p:sp>
        <p:nvSpPr>
          <p:cNvPr id="150" name="Shape 59">
            <a:extLst>
              <a:ext uri="{FF2B5EF4-FFF2-40B4-BE49-F238E27FC236}">
                <a16:creationId xmlns:a16="http://schemas.microsoft.com/office/drawing/2014/main" id="{A3683966-506E-FC6B-058F-BA5BE925CDA5}"/>
              </a:ext>
            </a:extLst>
          </p:cNvPr>
          <p:cNvSpPr/>
          <p:nvPr/>
        </p:nvSpPr>
        <p:spPr>
          <a:xfrm>
            <a:off x="3389896" y="6376575"/>
            <a:ext cx="3056161" cy="415450"/>
          </a:xfrm>
          <a:prstGeom prst="rect">
            <a:avLst/>
          </a:prstGeom>
          <a:solidFill>
            <a:srgbClr val="FFFFFF"/>
          </a:solidFill>
          <a:ln w="8890">
            <a:solidFill>
              <a:srgbClr val="1565C0"/>
            </a:solidFill>
            <a:prstDash val="solid"/>
          </a:ln>
          <a:effectLst>
            <a:outerShdw blurRad="254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>
              <a:latin typeface="Segoe UI"/>
              <a:cs typeface="Segoe UI"/>
            </a:endParaRPr>
          </a:p>
        </p:txBody>
      </p:sp>
      <p:sp>
        <p:nvSpPr>
          <p:cNvPr id="151" name="Shape 60">
            <a:extLst>
              <a:ext uri="{FF2B5EF4-FFF2-40B4-BE49-F238E27FC236}">
                <a16:creationId xmlns:a16="http://schemas.microsoft.com/office/drawing/2014/main" id="{53027BAD-8649-C3E4-9578-8553E7D6E35A}"/>
              </a:ext>
            </a:extLst>
          </p:cNvPr>
          <p:cNvSpPr/>
          <p:nvPr/>
        </p:nvSpPr>
        <p:spPr>
          <a:xfrm>
            <a:off x="3389896" y="6376575"/>
            <a:ext cx="48914" cy="41545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>
              <a:latin typeface="Segoe UI"/>
              <a:cs typeface="Segoe UI"/>
            </a:endParaRPr>
          </a:p>
        </p:txBody>
      </p:sp>
      <p:sp>
        <p:nvSpPr>
          <p:cNvPr id="152" name="Text 61">
            <a:extLst>
              <a:ext uri="{FF2B5EF4-FFF2-40B4-BE49-F238E27FC236}">
                <a16:creationId xmlns:a16="http://schemas.microsoft.com/office/drawing/2014/main" id="{288560D7-D22C-47B9-F93B-0E6FC4604987}"/>
              </a:ext>
            </a:extLst>
          </p:cNvPr>
          <p:cNvSpPr/>
          <p:nvPr/>
        </p:nvSpPr>
        <p:spPr>
          <a:xfrm>
            <a:off x="4339016" y="6503982"/>
            <a:ext cx="2648542" cy="205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1">
                <a:solidFill>
                  <a:srgbClr val="1565C0"/>
                </a:solidFill>
                <a:latin typeface="Segoe UI"/>
                <a:cs typeface="Segoe UI"/>
              </a:rPr>
              <a:t>Recognize Entity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F1FE85F4-B3B3-F2B9-58CB-6C9677C10DE2}"/>
              </a:ext>
            </a:extLst>
          </p:cNvPr>
          <p:cNvSpPr/>
          <p:nvPr/>
        </p:nvSpPr>
        <p:spPr>
          <a:xfrm>
            <a:off x="277508" y="2027797"/>
            <a:ext cx="1685098" cy="409070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Segoe UI"/>
                <a:ea typeface="Calibri"/>
                <a:cs typeface="Segoe UI"/>
              </a:rPr>
              <a:t>User query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FE7E94C5-E0ED-30DB-A2AC-D73F229CB036}"/>
              </a:ext>
            </a:extLst>
          </p:cNvPr>
          <p:cNvSpPr txBox="1"/>
          <p:nvPr/>
        </p:nvSpPr>
        <p:spPr>
          <a:xfrm>
            <a:off x="10076911" y="4634356"/>
            <a:ext cx="1475203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dirty="0">
                <a:latin typeface="Segoe UI"/>
                <a:ea typeface="Calibri"/>
                <a:cs typeface="Segoe UI"/>
              </a:rPr>
              <a:t>Final </a:t>
            </a:r>
            <a:r>
              <a:rPr lang="en-US" sz="1200" dirty="0">
                <a:latin typeface="Segoe UI"/>
                <a:ea typeface="Calibri"/>
                <a:cs typeface="Segoe UI"/>
              </a:rPr>
              <a:t>answer</a:t>
            </a:r>
            <a:endParaRPr lang="en-US" sz="1200" dirty="0" err="1">
              <a:latin typeface="Segoe UI"/>
              <a:ea typeface="Calibri" panose="020F0502020204030204"/>
              <a:cs typeface="Segoe UI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92D11EF-DAC9-A006-C2DB-337925BD7800}"/>
              </a:ext>
            </a:extLst>
          </p:cNvPr>
          <p:cNvCxnSpPr/>
          <p:nvPr/>
        </p:nvCxnSpPr>
        <p:spPr>
          <a:xfrm>
            <a:off x="5036893" y="1398012"/>
            <a:ext cx="15879" cy="1387412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9AFA415-C466-14AA-662C-2890DF0F01EC}"/>
              </a:ext>
            </a:extLst>
          </p:cNvPr>
          <p:cNvCxnSpPr/>
          <p:nvPr/>
        </p:nvCxnSpPr>
        <p:spPr>
          <a:xfrm flipV="1">
            <a:off x="5050483" y="1384404"/>
            <a:ext cx="1043990" cy="1512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61FBE45-5733-0D16-8D21-EAEEC7D8699A}"/>
              </a:ext>
            </a:extLst>
          </p:cNvPr>
          <p:cNvSpPr txBox="1"/>
          <p:nvPr/>
        </p:nvSpPr>
        <p:spPr>
          <a:xfrm>
            <a:off x="3036152" y="2227682"/>
            <a:ext cx="1334547" cy="228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1A2340"/>
                </a:solidFill>
                <a:latin typeface="Segoe UI"/>
                <a:ea typeface="Calibri"/>
                <a:cs typeface="Segoe UI"/>
              </a:rPr>
              <a:t>Orchestrator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CC999D2-D9C8-8BC3-18AF-B45E1CD75F56}"/>
              </a:ext>
            </a:extLst>
          </p:cNvPr>
          <p:cNvCxnSpPr/>
          <p:nvPr/>
        </p:nvCxnSpPr>
        <p:spPr>
          <a:xfrm flipH="1" flipV="1">
            <a:off x="3692163" y="2960783"/>
            <a:ext cx="6833" cy="1148032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8E1F994-048B-C478-B0AB-448DC4E42052}"/>
              </a:ext>
            </a:extLst>
          </p:cNvPr>
          <p:cNvCxnSpPr>
            <a:cxnSpLocks/>
          </p:cNvCxnSpPr>
          <p:nvPr/>
        </p:nvCxnSpPr>
        <p:spPr>
          <a:xfrm flipV="1">
            <a:off x="4194899" y="2984971"/>
            <a:ext cx="17358" cy="627938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rrow: Right 2">
            <a:extLst>
              <a:ext uri="{FF2B5EF4-FFF2-40B4-BE49-F238E27FC236}">
                <a16:creationId xmlns:a16="http://schemas.microsoft.com/office/drawing/2014/main" id="{E62B9EBC-2AAB-5D78-93DD-55DB4BCC0A06}"/>
              </a:ext>
            </a:extLst>
          </p:cNvPr>
          <p:cNvSpPr/>
          <p:nvPr/>
        </p:nvSpPr>
        <p:spPr>
          <a:xfrm>
            <a:off x="1977210" y="2087757"/>
            <a:ext cx="372994" cy="179604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egoe UI"/>
              <a:cs typeface="Segoe UI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E9DA969-C974-9570-E1E0-0546AF820AD9}"/>
              </a:ext>
            </a:extLst>
          </p:cNvPr>
          <p:cNvCxnSpPr>
            <a:cxnSpLocks/>
          </p:cNvCxnSpPr>
          <p:nvPr/>
        </p:nvCxnSpPr>
        <p:spPr>
          <a:xfrm>
            <a:off x="4348958" y="2764773"/>
            <a:ext cx="1709228" cy="17264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6042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1A58E6C2-D429-252A-6D0A-78A4998E3E9F}"/>
              </a:ext>
            </a:extLst>
          </p:cNvPr>
          <p:cNvSpPr/>
          <p:nvPr/>
        </p:nvSpPr>
        <p:spPr>
          <a:xfrm>
            <a:off x="125737" y="5202733"/>
            <a:ext cx="11812065" cy="1627377"/>
          </a:xfrm>
          <a:prstGeom prst="rect">
            <a:avLst/>
          </a:prstGeom>
          <a:solidFill>
            <a:schemeClr val="bg1"/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>
              <a:latin typeface="Segoe UI"/>
              <a:cs typeface="Segoe U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49861D-BBA0-5528-55DD-33EF16656136}"/>
              </a:ext>
            </a:extLst>
          </p:cNvPr>
          <p:cNvSpPr/>
          <p:nvPr/>
        </p:nvSpPr>
        <p:spPr>
          <a:xfrm>
            <a:off x="9136211" y="3528286"/>
            <a:ext cx="2868165" cy="1648894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050" b="1">
              <a:solidFill>
                <a:srgbClr val="3F3F3F"/>
              </a:solidFill>
              <a:latin typeface="Segoe UI"/>
              <a:cs typeface="Segoe U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53ACD1-9547-4048-ED0D-E1CFB2813D13}"/>
              </a:ext>
            </a:extLst>
          </p:cNvPr>
          <p:cNvSpPr/>
          <p:nvPr/>
        </p:nvSpPr>
        <p:spPr>
          <a:xfrm>
            <a:off x="4487107" y="2371853"/>
            <a:ext cx="4379456" cy="1819132"/>
          </a:xfrm>
          <a:prstGeom prst="rect">
            <a:avLst/>
          </a:prstGeom>
          <a:noFill/>
          <a:ln>
            <a:solidFill>
              <a:srgbClr val="7B5EA7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050" b="1">
              <a:solidFill>
                <a:srgbClr val="3F3F3F"/>
              </a:solidFill>
              <a:latin typeface="Segoe UI"/>
              <a:cs typeface="Segoe UI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E9A95F7-BF3D-9676-8943-FFE2B48EF9E2}"/>
              </a:ext>
            </a:extLst>
          </p:cNvPr>
          <p:cNvCxnSpPr/>
          <p:nvPr/>
        </p:nvCxnSpPr>
        <p:spPr>
          <a:xfrm flipH="1" flipV="1">
            <a:off x="7105689" y="4721615"/>
            <a:ext cx="1984099" cy="5987"/>
          </a:xfrm>
          <a:prstGeom prst="straightConnector1">
            <a:avLst/>
          </a:prstGeom>
          <a:noFill/>
          <a:ln w="28575">
            <a:solidFill>
              <a:schemeClr val="accent1">
                <a:lumMod val="75000"/>
              </a:schemeClr>
            </a:solidFill>
            <a:prstDash val="solid"/>
            <a:tailEnd type="arrow"/>
          </a:ln>
        </p:spPr>
      </p:cxnSp>
      <p:sp>
        <p:nvSpPr>
          <p:cNvPr id="8" name="Shape 9">
            <a:extLst>
              <a:ext uri="{FF2B5EF4-FFF2-40B4-BE49-F238E27FC236}">
                <a16:creationId xmlns:a16="http://schemas.microsoft.com/office/drawing/2014/main" id="{4754F222-2E3A-A4E8-F910-5AE90B042444}"/>
              </a:ext>
            </a:extLst>
          </p:cNvPr>
          <p:cNvSpPr/>
          <p:nvPr/>
        </p:nvSpPr>
        <p:spPr>
          <a:xfrm>
            <a:off x="2125271" y="627870"/>
            <a:ext cx="1876022" cy="636091"/>
          </a:xfrm>
          <a:prstGeom prst="rect">
            <a:avLst/>
          </a:prstGeom>
          <a:noFill/>
          <a:ln w="12700">
            <a:solidFill>
              <a:srgbClr val="1565C0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50" b="1">
              <a:solidFill>
                <a:srgbClr val="3F3F3F"/>
              </a:solidFill>
              <a:latin typeface="Segoe UI"/>
              <a:cs typeface="Segoe UI"/>
            </a:endParaRPr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C52C9316-939C-40B8-63DF-D5F263EEF866}"/>
              </a:ext>
            </a:extLst>
          </p:cNvPr>
          <p:cNvSpPr/>
          <p:nvPr/>
        </p:nvSpPr>
        <p:spPr>
          <a:xfrm>
            <a:off x="2125271" y="627870"/>
            <a:ext cx="1876022" cy="63609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b="1">
                <a:solidFill>
                  <a:srgbClr val="3F3F3F"/>
                </a:solidFill>
                <a:latin typeface="Segoe UI"/>
                <a:ea typeface="Calibri"/>
                <a:cs typeface="Segoe UI"/>
              </a:rPr>
              <a:t>Graph</a:t>
            </a:r>
          </a:p>
          <a:p>
            <a:pPr marL="0" indent="0" algn="ctr">
              <a:buNone/>
            </a:pPr>
            <a:r>
              <a:rPr lang="en-US" sz="1050" b="1">
                <a:solidFill>
                  <a:srgbClr val="3F3F3F"/>
                </a:solidFill>
                <a:latin typeface="Segoe UI"/>
                <a:ea typeface="Calibri"/>
                <a:cs typeface="Segoe UI"/>
              </a:rPr>
              <a:t>Validation</a:t>
            </a:r>
          </a:p>
        </p:txBody>
      </p:sp>
      <p:sp>
        <p:nvSpPr>
          <p:cNvPr id="10" name="Shape 11">
            <a:extLst>
              <a:ext uri="{FF2B5EF4-FFF2-40B4-BE49-F238E27FC236}">
                <a16:creationId xmlns:a16="http://schemas.microsoft.com/office/drawing/2014/main" id="{5F18CADC-55C8-BF95-C15B-E6BDB86538CC}"/>
              </a:ext>
            </a:extLst>
          </p:cNvPr>
          <p:cNvSpPr/>
          <p:nvPr/>
        </p:nvSpPr>
        <p:spPr>
          <a:xfrm>
            <a:off x="4668321" y="627870"/>
            <a:ext cx="3752043" cy="508873"/>
          </a:xfrm>
          <a:prstGeom prst="rect">
            <a:avLst/>
          </a:prstGeom>
          <a:noFill/>
          <a:ln w="12700">
            <a:noFill/>
            <a:prstDash val="dash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50" b="1">
              <a:solidFill>
                <a:srgbClr val="3F3F3F"/>
              </a:solidFill>
              <a:latin typeface="Segoe UI"/>
              <a:cs typeface="Segoe UI"/>
            </a:endParaRPr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B3DF539A-289D-0341-92DD-53D915CBA579}"/>
              </a:ext>
            </a:extLst>
          </p:cNvPr>
          <p:cNvSpPr/>
          <p:nvPr/>
        </p:nvSpPr>
        <p:spPr>
          <a:xfrm>
            <a:off x="4739839" y="652060"/>
            <a:ext cx="3668430" cy="463648"/>
          </a:xfrm>
          <a:prstGeom prst="rect">
            <a:avLst/>
          </a:prstGeom>
          <a:noFill/>
          <a:ln>
            <a:solidFill>
              <a:srgbClr val="00796B"/>
            </a:solidFill>
            <a:prstDash val="dash"/>
          </a:ln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b="1">
                <a:solidFill>
                  <a:srgbClr val="3F3F3F"/>
                </a:solidFill>
                <a:latin typeface="Segoe UI"/>
                <a:ea typeface="Calibri"/>
                <a:cs typeface="Segoe UI"/>
              </a:rPr>
              <a:t>Preprocessing</a:t>
            </a:r>
          </a:p>
        </p:txBody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3C414BC7-1B66-7A49-B884-38C1A3E5849B}"/>
              </a:ext>
            </a:extLst>
          </p:cNvPr>
          <p:cNvSpPr/>
          <p:nvPr/>
        </p:nvSpPr>
        <p:spPr>
          <a:xfrm>
            <a:off x="1974211" y="1861134"/>
            <a:ext cx="2153951" cy="313153"/>
          </a:xfrm>
          <a:prstGeom prst="rect">
            <a:avLst/>
          </a:prstGeom>
          <a:solidFill>
            <a:srgbClr val="EEF2F7"/>
          </a:solidFill>
          <a:ln w="19050">
            <a:solidFill>
              <a:srgbClr val="C62828"/>
            </a:solidFill>
            <a:prstDash val="dash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50" b="1">
              <a:latin typeface="Segoe UI"/>
              <a:cs typeface="Segoe UI"/>
            </a:endParaRPr>
          </a:p>
        </p:txBody>
      </p:sp>
      <p:sp>
        <p:nvSpPr>
          <p:cNvPr id="13" name="Text 14">
            <a:extLst>
              <a:ext uri="{FF2B5EF4-FFF2-40B4-BE49-F238E27FC236}">
                <a16:creationId xmlns:a16="http://schemas.microsoft.com/office/drawing/2014/main" id="{20A13BF1-A782-FA66-179C-DB8961CAD649}"/>
              </a:ext>
            </a:extLst>
          </p:cNvPr>
          <p:cNvSpPr/>
          <p:nvPr/>
        </p:nvSpPr>
        <p:spPr>
          <a:xfrm>
            <a:off x="1986306" y="1861134"/>
            <a:ext cx="2153951" cy="31315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>
                <a:solidFill>
                  <a:srgbClr val="C62828"/>
                </a:solidFill>
                <a:latin typeface="Segoe UI"/>
                <a:ea typeface="Calibri"/>
                <a:cs typeface="Segoe UI"/>
              </a:rPr>
              <a:t> SKIP if already ingested</a:t>
            </a:r>
            <a:endParaRPr lang="en-US" sz="1000" b="1">
              <a:latin typeface="Segoe UI"/>
              <a:ea typeface="Calibri"/>
              <a:cs typeface="Segoe UI"/>
            </a:endParaRPr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B61AD8B0-7607-5233-2EA3-419DF82694A7}"/>
              </a:ext>
            </a:extLst>
          </p:cNvPr>
          <p:cNvSpPr/>
          <p:nvPr/>
        </p:nvSpPr>
        <p:spPr>
          <a:xfrm>
            <a:off x="4668321" y="1645616"/>
            <a:ext cx="1139509" cy="215293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b="1">
                <a:solidFill>
                  <a:srgbClr val="3F3F3F"/>
                </a:solidFill>
                <a:latin typeface="Segoe UI"/>
                <a:ea typeface="Calibri" pitchFamily="34" charset="-122"/>
                <a:cs typeface="Segoe UI"/>
              </a:rPr>
              <a:t>Compress</a:t>
            </a:r>
            <a:endParaRPr lang="en-US" sz="1050" b="1">
              <a:solidFill>
                <a:srgbClr val="3F3F3F"/>
              </a:solidFill>
              <a:latin typeface="Segoe UI"/>
              <a:cs typeface="Segoe UI"/>
            </a:endParaRPr>
          </a:p>
        </p:txBody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578B52E2-0675-84E6-3529-8ACAC707F390}"/>
              </a:ext>
            </a:extLst>
          </p:cNvPr>
          <p:cNvSpPr/>
          <p:nvPr/>
        </p:nvSpPr>
        <p:spPr>
          <a:xfrm>
            <a:off x="5779777" y="1633521"/>
            <a:ext cx="1519865" cy="25157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050" b="1">
              <a:solidFill>
                <a:srgbClr val="3F3F3F"/>
              </a:solidFill>
              <a:latin typeface="Segoe UI"/>
              <a:ea typeface="Calibri"/>
              <a:cs typeface="Segoe UI"/>
            </a:endParaRPr>
          </a:p>
        </p:txBody>
      </p:sp>
      <p:sp>
        <p:nvSpPr>
          <p:cNvPr id="17" name="Shape 18">
            <a:extLst>
              <a:ext uri="{FF2B5EF4-FFF2-40B4-BE49-F238E27FC236}">
                <a16:creationId xmlns:a16="http://schemas.microsoft.com/office/drawing/2014/main" id="{6B5C8DDB-4060-134B-E804-5C2460EAC8D4}"/>
              </a:ext>
            </a:extLst>
          </p:cNvPr>
          <p:cNvSpPr/>
          <p:nvPr/>
        </p:nvSpPr>
        <p:spPr>
          <a:xfrm>
            <a:off x="9142426" y="656496"/>
            <a:ext cx="2773718" cy="803788"/>
          </a:xfrm>
          <a:prstGeom prst="rect">
            <a:avLst/>
          </a:prstGeom>
          <a:noFill/>
          <a:ln w="12700">
            <a:solidFill>
              <a:srgbClr val="7B5EA7"/>
            </a:solidFill>
            <a:prstDash val="solid"/>
          </a:ln>
        </p:spPr>
        <p:txBody>
          <a:bodyPr lIns="91440" tIns="45720" rIns="91440" bIns="4572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50" b="1">
              <a:solidFill>
                <a:srgbClr val="3F3F3F"/>
              </a:solidFill>
              <a:latin typeface="Segoe UI"/>
              <a:cs typeface="Segoe UI"/>
            </a:endParaRPr>
          </a:p>
        </p:txBody>
      </p:sp>
      <p:sp>
        <p:nvSpPr>
          <p:cNvPr id="18" name="Text 19">
            <a:extLst>
              <a:ext uri="{FF2B5EF4-FFF2-40B4-BE49-F238E27FC236}">
                <a16:creationId xmlns:a16="http://schemas.microsoft.com/office/drawing/2014/main" id="{F8D79DE2-D176-14B0-7DDD-615327EFE397}"/>
              </a:ext>
            </a:extLst>
          </p:cNvPr>
          <p:cNvSpPr/>
          <p:nvPr/>
        </p:nvSpPr>
        <p:spPr>
          <a:xfrm>
            <a:off x="9368568" y="660502"/>
            <a:ext cx="2431880" cy="8355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b="1">
                <a:solidFill>
                  <a:srgbClr val="3F3F3F"/>
                </a:solidFill>
                <a:latin typeface="Segoe UI"/>
                <a:ea typeface="Calibri"/>
                <a:cs typeface="Segoe UI"/>
              </a:rPr>
              <a:t>Segmentation &amp;</a:t>
            </a:r>
          </a:p>
          <a:p>
            <a:pPr marL="0" indent="0" algn="ctr">
              <a:buNone/>
            </a:pPr>
            <a:r>
              <a:rPr lang="en-US" sz="1050" b="1">
                <a:solidFill>
                  <a:srgbClr val="3F3F3F"/>
                </a:solidFill>
                <a:latin typeface="Segoe UI"/>
                <a:ea typeface="Calibri"/>
                <a:cs typeface="Segoe UI"/>
              </a:rPr>
              <a:t>Frame Extraction</a:t>
            </a:r>
          </a:p>
          <a:p>
            <a:pPr marL="0" indent="0" algn="ctr">
              <a:buNone/>
            </a:pPr>
            <a:r>
              <a:rPr lang="en-US" sz="1050" b="1">
                <a:solidFill>
                  <a:srgbClr val="3F3F3F"/>
                </a:solidFill>
                <a:latin typeface="Segoe UI"/>
                <a:ea typeface="Calibri"/>
                <a:cs typeface="Segoe UI"/>
              </a:rPr>
              <a:t>(Keyframes)</a:t>
            </a:r>
          </a:p>
        </p:txBody>
      </p:sp>
      <p:sp>
        <p:nvSpPr>
          <p:cNvPr id="19" name="Shape 20">
            <a:extLst>
              <a:ext uri="{FF2B5EF4-FFF2-40B4-BE49-F238E27FC236}">
                <a16:creationId xmlns:a16="http://schemas.microsoft.com/office/drawing/2014/main" id="{383224AF-466D-E3CD-03FC-54A47A984698}"/>
              </a:ext>
            </a:extLst>
          </p:cNvPr>
          <p:cNvSpPr/>
          <p:nvPr/>
        </p:nvSpPr>
        <p:spPr>
          <a:xfrm>
            <a:off x="5015734" y="2555716"/>
            <a:ext cx="3335150" cy="538231"/>
          </a:xfrm>
          <a:prstGeom prst="rect">
            <a:avLst/>
          </a:prstGeom>
          <a:solidFill>
            <a:srgbClr val="002060"/>
          </a:solidFill>
          <a:ln w="12700">
            <a:noFill/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50" b="1">
              <a:latin typeface="Segoe UI"/>
              <a:cs typeface="Segoe UI"/>
            </a:endParaRPr>
          </a:p>
        </p:txBody>
      </p:sp>
      <p:sp>
        <p:nvSpPr>
          <p:cNvPr id="20" name="Text 21">
            <a:extLst>
              <a:ext uri="{FF2B5EF4-FFF2-40B4-BE49-F238E27FC236}">
                <a16:creationId xmlns:a16="http://schemas.microsoft.com/office/drawing/2014/main" id="{D7CE04A9-11D9-547D-2F95-44A6077C7D0D}"/>
              </a:ext>
            </a:extLst>
          </p:cNvPr>
          <p:cNvSpPr/>
          <p:nvPr/>
        </p:nvSpPr>
        <p:spPr>
          <a:xfrm>
            <a:off x="5015734" y="2555716"/>
            <a:ext cx="3335150" cy="538231"/>
          </a:xfrm>
          <a:prstGeom prst="rect">
            <a:avLst/>
          </a:prstGeom>
          <a:solidFill>
            <a:schemeClr val="accent5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Segoe UI"/>
                <a:ea typeface="Calibri" pitchFamily="34" charset="-122"/>
                <a:cs typeface="Segoe UI"/>
              </a:rPr>
              <a:t>Multimodel AI Extraction</a:t>
            </a:r>
            <a:endParaRPr lang="en-US" sz="1050" b="1">
              <a:latin typeface="Segoe UI"/>
              <a:cs typeface="Segoe UI"/>
            </a:endParaRPr>
          </a:p>
        </p:txBody>
      </p:sp>
      <p:sp>
        <p:nvSpPr>
          <p:cNvPr id="21" name="Shape 22">
            <a:extLst>
              <a:ext uri="{FF2B5EF4-FFF2-40B4-BE49-F238E27FC236}">
                <a16:creationId xmlns:a16="http://schemas.microsoft.com/office/drawing/2014/main" id="{DC0D4624-9891-8865-9993-9FE04C247AA5}"/>
              </a:ext>
            </a:extLst>
          </p:cNvPr>
          <p:cNvSpPr/>
          <p:nvPr/>
        </p:nvSpPr>
        <p:spPr>
          <a:xfrm>
            <a:off x="9184670" y="2506786"/>
            <a:ext cx="2779292" cy="802454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50" b="1">
              <a:solidFill>
                <a:srgbClr val="3F3F3F"/>
              </a:solidFill>
              <a:latin typeface="Segoe UI"/>
              <a:cs typeface="Segoe UI"/>
            </a:endParaRPr>
          </a:p>
        </p:txBody>
      </p:sp>
      <p:sp>
        <p:nvSpPr>
          <p:cNvPr id="22" name="Text 23">
            <a:extLst>
              <a:ext uri="{FF2B5EF4-FFF2-40B4-BE49-F238E27FC236}">
                <a16:creationId xmlns:a16="http://schemas.microsoft.com/office/drawing/2014/main" id="{5BB9AC1F-00EA-4EAE-A250-C437BD762678}"/>
              </a:ext>
            </a:extLst>
          </p:cNvPr>
          <p:cNvSpPr/>
          <p:nvPr/>
        </p:nvSpPr>
        <p:spPr>
          <a:xfrm>
            <a:off x="10019242" y="2622483"/>
            <a:ext cx="2604886" cy="928661"/>
          </a:xfrm>
          <a:prstGeom prst="rect">
            <a:avLst/>
          </a:prstGeom>
          <a:noFill/>
          <a:ln>
            <a:noFill/>
          </a:ln>
        </p:spPr>
        <p:txBody>
          <a:bodyPr wrap="square" lIns="0" tIns="12700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50" b="1">
              <a:solidFill>
                <a:srgbClr val="3F3F3F"/>
              </a:solidFill>
              <a:latin typeface="Segoe UI"/>
              <a:ea typeface="Calibri"/>
              <a:cs typeface="Segoe UI"/>
            </a:endParaRPr>
          </a:p>
          <a:p>
            <a:r>
              <a:rPr lang="en-US" sz="1050" b="1">
                <a:solidFill>
                  <a:srgbClr val="3F3F3F"/>
                </a:solidFill>
                <a:latin typeface="Segoe UI"/>
                <a:ea typeface="Calibri"/>
                <a:cs typeface="Segoe UI"/>
              </a:rPr>
              <a:t>Chapter Grouping</a:t>
            </a:r>
            <a:br>
              <a:rPr lang="en-US" sz="1050" b="1" dirty="0">
                <a:solidFill>
                  <a:srgbClr val="3F3F3F"/>
                </a:solidFill>
                <a:latin typeface="Segoe UI"/>
                <a:ea typeface="Calibri"/>
                <a:cs typeface="Segoe UI"/>
              </a:rPr>
            </a:br>
            <a:endParaRPr lang="en-US" sz="1050" b="1">
              <a:solidFill>
                <a:srgbClr val="3F3F3F"/>
              </a:solidFill>
              <a:latin typeface="Segoe UI"/>
              <a:ea typeface="Calibri"/>
              <a:cs typeface="Segoe UI"/>
            </a:endParaRPr>
          </a:p>
          <a:p>
            <a:r>
              <a:rPr lang="en-US" sz="1050" b="1" dirty="0" err="1">
                <a:solidFill>
                  <a:srgbClr val="3F3F3F"/>
                </a:solidFill>
                <a:latin typeface="Segoe UI"/>
                <a:ea typeface="Calibri"/>
                <a:cs typeface="Segoe UI"/>
              </a:rPr>
              <a:t>KeyFrame</a:t>
            </a:r>
            <a:r>
              <a:rPr lang="en-US" sz="1050" b="1" dirty="0">
                <a:solidFill>
                  <a:srgbClr val="3F3F3F"/>
                </a:solidFill>
                <a:latin typeface="Segoe UI"/>
                <a:ea typeface="Calibri"/>
                <a:cs typeface="Segoe UI"/>
              </a:rPr>
              <a:t> Upload</a:t>
            </a:r>
            <a:br>
              <a:rPr lang="en-US" sz="1050" b="1" dirty="0">
                <a:latin typeface="Segoe UI"/>
                <a:ea typeface="Calibri"/>
                <a:cs typeface="Segoe UI"/>
              </a:rPr>
            </a:br>
            <a:endParaRPr lang="en-US" sz="1050" b="1">
              <a:solidFill>
                <a:srgbClr val="3F3F3F"/>
              </a:solidFill>
              <a:latin typeface="Segoe UI"/>
              <a:ea typeface="Calibri"/>
              <a:cs typeface="Segoe UI"/>
            </a:endParaRPr>
          </a:p>
          <a:p>
            <a:endParaRPr lang="en-US" sz="1050" b="1">
              <a:solidFill>
                <a:srgbClr val="3F3F3F"/>
              </a:solidFill>
              <a:latin typeface="Segoe UI"/>
              <a:ea typeface="Calibri"/>
              <a:cs typeface="Segoe UI"/>
            </a:endParaRPr>
          </a:p>
          <a:p>
            <a:r>
              <a:rPr lang="en-US" sz="1050" b="1" dirty="0">
                <a:solidFill>
                  <a:srgbClr val="3F3F3F"/>
                </a:solidFill>
                <a:latin typeface="Segoe UI"/>
                <a:ea typeface="Calibri"/>
                <a:cs typeface="Segoe UI"/>
              </a:rPr>
              <a:t>                   </a:t>
            </a:r>
          </a:p>
          <a:p>
            <a:r>
              <a:rPr lang="en-US" sz="1050" b="1" dirty="0">
                <a:solidFill>
                  <a:srgbClr val="3F3F3F"/>
                </a:solidFill>
                <a:latin typeface="Segoe UI"/>
                <a:ea typeface="Calibri"/>
                <a:cs typeface="Segoe UI"/>
              </a:rPr>
              <a:t>                   </a:t>
            </a:r>
          </a:p>
        </p:txBody>
      </p:sp>
      <p:sp>
        <p:nvSpPr>
          <p:cNvPr id="23" name="Text 24">
            <a:extLst>
              <a:ext uri="{FF2B5EF4-FFF2-40B4-BE49-F238E27FC236}">
                <a16:creationId xmlns:a16="http://schemas.microsoft.com/office/drawing/2014/main" id="{270961F0-08B5-9C91-E2BE-A2DFCEEFA30C}"/>
              </a:ext>
            </a:extLst>
          </p:cNvPr>
          <p:cNvSpPr/>
          <p:nvPr/>
        </p:nvSpPr>
        <p:spPr>
          <a:xfrm>
            <a:off x="5043527" y="3504960"/>
            <a:ext cx="1389645" cy="371869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b="1">
                <a:solidFill>
                  <a:srgbClr val="3F3F3F"/>
                </a:solidFill>
                <a:latin typeface="Segoe UI"/>
                <a:ea typeface="Calibri" pitchFamily="34" charset="-122"/>
                <a:cs typeface="Segoe UI"/>
              </a:rPr>
              <a:t>Chapter</a:t>
            </a:r>
            <a:endParaRPr lang="en-US" sz="1050" b="1">
              <a:solidFill>
                <a:srgbClr val="3F3F3F"/>
              </a:solidFill>
              <a:latin typeface="Segoe UI"/>
              <a:cs typeface="Segoe UI"/>
            </a:endParaRPr>
          </a:p>
          <a:p>
            <a:pPr marL="0" indent="0" algn="ctr">
              <a:buNone/>
            </a:pPr>
            <a:r>
              <a:rPr lang="en-US" sz="1050" b="1">
                <a:solidFill>
                  <a:srgbClr val="3F3F3F"/>
                </a:solidFill>
                <a:latin typeface="Segoe UI"/>
                <a:ea typeface="Calibri" pitchFamily="34" charset="-122"/>
                <a:cs typeface="Segoe UI"/>
              </a:rPr>
              <a:t>Generation</a:t>
            </a:r>
            <a:endParaRPr lang="en-US" sz="1050" b="1">
              <a:solidFill>
                <a:srgbClr val="3F3F3F"/>
              </a:solidFill>
              <a:latin typeface="Segoe UI"/>
              <a:cs typeface="Segoe UI"/>
            </a:endParaRPr>
          </a:p>
        </p:txBody>
      </p:sp>
      <p:sp>
        <p:nvSpPr>
          <p:cNvPr id="24" name="Text 25">
            <a:extLst>
              <a:ext uri="{FF2B5EF4-FFF2-40B4-BE49-F238E27FC236}">
                <a16:creationId xmlns:a16="http://schemas.microsoft.com/office/drawing/2014/main" id="{46B4F376-288C-93AB-FADA-6A9E1440FF0D}"/>
              </a:ext>
            </a:extLst>
          </p:cNvPr>
          <p:cNvSpPr/>
          <p:nvPr/>
        </p:nvSpPr>
        <p:spPr>
          <a:xfrm>
            <a:off x="6920287" y="3493916"/>
            <a:ext cx="1626159" cy="38291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b="1">
                <a:solidFill>
                  <a:srgbClr val="3F3F3F"/>
                </a:solidFill>
                <a:latin typeface="Segoe UI"/>
                <a:ea typeface="Calibri"/>
                <a:cs typeface="Segoe UI"/>
              </a:rPr>
              <a:t>Temporal Graph</a:t>
            </a:r>
          </a:p>
          <a:p>
            <a:pPr algn="ctr"/>
            <a:r>
              <a:rPr lang="en-US" sz="1050" b="1">
                <a:solidFill>
                  <a:srgbClr val="3F3F3F"/>
                </a:solidFill>
                <a:latin typeface="Segoe UI"/>
                <a:ea typeface="Calibri"/>
                <a:cs typeface="Segoe UI"/>
              </a:rPr>
              <a:t>(Link event to object)</a:t>
            </a:r>
          </a:p>
        </p:txBody>
      </p:sp>
      <p:sp>
        <p:nvSpPr>
          <p:cNvPr id="25" name="Shape 26">
            <a:extLst>
              <a:ext uri="{FF2B5EF4-FFF2-40B4-BE49-F238E27FC236}">
                <a16:creationId xmlns:a16="http://schemas.microsoft.com/office/drawing/2014/main" id="{35DE88F0-05C0-F078-6FFA-7DDF0EA939BA}"/>
              </a:ext>
            </a:extLst>
          </p:cNvPr>
          <p:cNvSpPr/>
          <p:nvPr/>
        </p:nvSpPr>
        <p:spPr>
          <a:xfrm>
            <a:off x="9254153" y="3730038"/>
            <a:ext cx="2640327" cy="440371"/>
          </a:xfrm>
          <a:prstGeom prst="rect">
            <a:avLst/>
          </a:prstGeom>
          <a:noFill/>
          <a:ln w="12700">
            <a:solidFill>
              <a:srgbClr val="1565C0"/>
            </a:solidFill>
            <a:prstDash val="dash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50" b="1">
              <a:solidFill>
                <a:srgbClr val="3F3F3F"/>
              </a:solidFill>
              <a:latin typeface="Segoe UI"/>
              <a:cs typeface="Segoe UI"/>
            </a:endParaRPr>
          </a:p>
        </p:txBody>
      </p:sp>
      <p:sp>
        <p:nvSpPr>
          <p:cNvPr id="26" name="Text 27">
            <a:extLst>
              <a:ext uri="{FF2B5EF4-FFF2-40B4-BE49-F238E27FC236}">
                <a16:creationId xmlns:a16="http://schemas.microsoft.com/office/drawing/2014/main" id="{6DB9626A-E009-D1A7-BE5D-DB95E2B26CEF}"/>
              </a:ext>
            </a:extLst>
          </p:cNvPr>
          <p:cNvSpPr/>
          <p:nvPr/>
        </p:nvSpPr>
        <p:spPr>
          <a:xfrm>
            <a:off x="9254153" y="3730038"/>
            <a:ext cx="2640327" cy="44037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b="1">
                <a:solidFill>
                  <a:srgbClr val="3F3F3F"/>
                </a:solidFill>
                <a:latin typeface="Segoe UI"/>
                <a:ea typeface="Calibri"/>
                <a:cs typeface="Segoe UI"/>
              </a:rPr>
              <a:t>Graph Construction</a:t>
            </a:r>
          </a:p>
        </p:txBody>
      </p:sp>
      <p:sp>
        <p:nvSpPr>
          <p:cNvPr id="27" name="Shape 28">
            <a:extLst>
              <a:ext uri="{FF2B5EF4-FFF2-40B4-BE49-F238E27FC236}">
                <a16:creationId xmlns:a16="http://schemas.microsoft.com/office/drawing/2014/main" id="{B2853B32-54A9-5C58-DCFA-CF846A793B36}"/>
              </a:ext>
            </a:extLst>
          </p:cNvPr>
          <p:cNvSpPr/>
          <p:nvPr/>
        </p:nvSpPr>
        <p:spPr>
          <a:xfrm>
            <a:off x="9254153" y="4463990"/>
            <a:ext cx="2640327" cy="538231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50" b="1">
              <a:solidFill>
                <a:srgbClr val="3F3F3F"/>
              </a:solidFill>
              <a:latin typeface="Segoe UI"/>
              <a:cs typeface="Segoe UI"/>
            </a:endParaRPr>
          </a:p>
        </p:txBody>
      </p:sp>
      <p:sp>
        <p:nvSpPr>
          <p:cNvPr id="28" name="Text 29">
            <a:extLst>
              <a:ext uri="{FF2B5EF4-FFF2-40B4-BE49-F238E27FC236}">
                <a16:creationId xmlns:a16="http://schemas.microsoft.com/office/drawing/2014/main" id="{DD041144-A6E7-9A6A-2D8D-B176D32D023B}"/>
              </a:ext>
            </a:extLst>
          </p:cNvPr>
          <p:cNvSpPr/>
          <p:nvPr/>
        </p:nvSpPr>
        <p:spPr>
          <a:xfrm>
            <a:off x="9254153" y="4463990"/>
            <a:ext cx="2640327" cy="538231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b="1">
                <a:solidFill>
                  <a:srgbClr val="3F3F3F"/>
                </a:solidFill>
                <a:latin typeface="Segoe UI"/>
                <a:ea typeface="Calibri"/>
                <a:cs typeface="Segoe UI"/>
              </a:rPr>
              <a:t>Upload Graph to Neo4j</a:t>
            </a:r>
          </a:p>
        </p:txBody>
      </p:sp>
      <p:sp>
        <p:nvSpPr>
          <p:cNvPr id="30" name="Text 31">
            <a:extLst>
              <a:ext uri="{FF2B5EF4-FFF2-40B4-BE49-F238E27FC236}">
                <a16:creationId xmlns:a16="http://schemas.microsoft.com/office/drawing/2014/main" id="{B690EA04-DC03-A483-DE89-2F202D793464}"/>
              </a:ext>
            </a:extLst>
          </p:cNvPr>
          <p:cNvSpPr/>
          <p:nvPr/>
        </p:nvSpPr>
        <p:spPr>
          <a:xfrm>
            <a:off x="4809846" y="4346146"/>
            <a:ext cx="2951386" cy="71563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b="1">
                <a:solidFill>
                  <a:srgbClr val="3F3F3F"/>
                </a:solidFill>
                <a:latin typeface="Segoe UI"/>
                <a:ea typeface="Calibri"/>
                <a:cs typeface="Segoe UI"/>
              </a:rPr>
              <a:t>Export &amp; Cleanup</a:t>
            </a:r>
          </a:p>
          <a:p>
            <a:pPr marL="0" indent="0" algn="ctr">
              <a:buNone/>
            </a:pPr>
            <a:r>
              <a:rPr lang="en-US" sz="1050" b="1">
                <a:solidFill>
                  <a:srgbClr val="3F3F3F"/>
                </a:solidFill>
                <a:latin typeface="Segoe UI"/>
                <a:ea typeface="Calibri"/>
                <a:cs typeface="Segoe UI"/>
              </a:rPr>
              <a:t>Output</a:t>
            </a:r>
          </a:p>
        </p:txBody>
      </p:sp>
      <p:sp>
        <p:nvSpPr>
          <p:cNvPr id="31" name="Shape 34">
            <a:extLst>
              <a:ext uri="{FF2B5EF4-FFF2-40B4-BE49-F238E27FC236}">
                <a16:creationId xmlns:a16="http://schemas.microsoft.com/office/drawing/2014/main" id="{9E9FB3EA-C42B-0155-BBE6-EAAF526250F2}"/>
              </a:ext>
            </a:extLst>
          </p:cNvPr>
          <p:cNvSpPr/>
          <p:nvPr/>
        </p:nvSpPr>
        <p:spPr>
          <a:xfrm>
            <a:off x="4001292" y="921725"/>
            <a:ext cx="667029" cy="0"/>
          </a:xfrm>
          <a:prstGeom prst="line">
            <a:avLst/>
          </a:prstGeom>
          <a:noFill/>
          <a:ln w="12700">
            <a:solidFill>
              <a:schemeClr val="accent1">
                <a:lumMod val="75000"/>
              </a:schemeClr>
            </a:solidFill>
            <a:prstDash val="dash"/>
            <a:tailEnd type="arrow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50" b="1">
              <a:solidFill>
                <a:srgbClr val="3F3F3F"/>
              </a:solidFill>
              <a:latin typeface="Segoe UI"/>
              <a:cs typeface="Segoe UI"/>
            </a:endParaRPr>
          </a:p>
        </p:txBody>
      </p:sp>
      <p:sp>
        <p:nvSpPr>
          <p:cNvPr id="32" name="Shape 35">
            <a:extLst>
              <a:ext uri="{FF2B5EF4-FFF2-40B4-BE49-F238E27FC236}">
                <a16:creationId xmlns:a16="http://schemas.microsoft.com/office/drawing/2014/main" id="{BD7F0B0B-CA40-9252-6ADB-A43426C831E9}"/>
              </a:ext>
            </a:extLst>
          </p:cNvPr>
          <p:cNvSpPr/>
          <p:nvPr/>
        </p:nvSpPr>
        <p:spPr>
          <a:xfrm>
            <a:off x="5238078" y="1136744"/>
            <a:ext cx="0" cy="508873"/>
          </a:xfrm>
          <a:prstGeom prst="line">
            <a:avLst/>
          </a:prstGeom>
          <a:noFill/>
          <a:ln w="12700">
            <a:solidFill>
              <a:schemeClr val="accent1">
                <a:lumMod val="75000"/>
              </a:schemeClr>
            </a:solidFill>
            <a:prstDash val="dash"/>
            <a:tailEnd type="arrow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50" b="1">
              <a:solidFill>
                <a:srgbClr val="3F3F3F"/>
              </a:solidFill>
              <a:latin typeface="Segoe UI"/>
              <a:cs typeface="Segoe UI"/>
            </a:endParaRPr>
          </a:p>
        </p:txBody>
      </p:sp>
      <p:sp>
        <p:nvSpPr>
          <p:cNvPr id="35" name="Shape 41">
            <a:extLst>
              <a:ext uri="{FF2B5EF4-FFF2-40B4-BE49-F238E27FC236}">
                <a16:creationId xmlns:a16="http://schemas.microsoft.com/office/drawing/2014/main" id="{5843C808-C977-FE1A-8F0F-4D1F07BB0989}"/>
              </a:ext>
            </a:extLst>
          </p:cNvPr>
          <p:cNvSpPr/>
          <p:nvPr/>
        </p:nvSpPr>
        <p:spPr>
          <a:xfrm flipH="1">
            <a:off x="6480453" y="2238137"/>
            <a:ext cx="6762" cy="310666"/>
          </a:xfrm>
          <a:prstGeom prst="line">
            <a:avLst/>
          </a:prstGeom>
          <a:noFill/>
          <a:ln w="12700">
            <a:solidFill>
              <a:schemeClr val="accent1">
                <a:lumMod val="75000"/>
              </a:schemeClr>
            </a:solidFill>
            <a:prstDash val="dash"/>
            <a:tailEnd type="arrow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50" b="1">
              <a:latin typeface="Segoe UI"/>
              <a:cs typeface="Segoe UI"/>
            </a:endParaRPr>
          </a:p>
        </p:txBody>
      </p:sp>
      <p:sp>
        <p:nvSpPr>
          <p:cNvPr id="36" name="Shape 42">
            <a:extLst>
              <a:ext uri="{FF2B5EF4-FFF2-40B4-BE49-F238E27FC236}">
                <a16:creationId xmlns:a16="http://schemas.microsoft.com/office/drawing/2014/main" id="{F96841BC-2BE8-E807-8B3F-64DE83CF2FA2}"/>
              </a:ext>
            </a:extLst>
          </p:cNvPr>
          <p:cNvSpPr/>
          <p:nvPr/>
        </p:nvSpPr>
        <p:spPr>
          <a:xfrm>
            <a:off x="5738349" y="3093948"/>
            <a:ext cx="0" cy="411013"/>
          </a:xfrm>
          <a:prstGeom prst="line">
            <a:avLst/>
          </a:prstGeom>
          <a:noFill/>
          <a:ln w="12700">
            <a:solidFill>
              <a:schemeClr val="accent1">
                <a:lumMod val="75000"/>
              </a:schemeClr>
            </a:solidFill>
            <a:prstDash val="dash"/>
            <a:tailEnd type="arrow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50" b="1">
              <a:latin typeface="Segoe UI"/>
              <a:cs typeface="Segoe UI"/>
            </a:endParaRPr>
          </a:p>
        </p:txBody>
      </p:sp>
      <p:sp>
        <p:nvSpPr>
          <p:cNvPr id="37" name="Shape 43">
            <a:extLst>
              <a:ext uri="{FF2B5EF4-FFF2-40B4-BE49-F238E27FC236}">
                <a16:creationId xmlns:a16="http://schemas.microsoft.com/office/drawing/2014/main" id="{559D6ECA-E7F7-8E1F-AE20-D85A8A799C50}"/>
              </a:ext>
            </a:extLst>
          </p:cNvPr>
          <p:cNvSpPr/>
          <p:nvPr/>
        </p:nvSpPr>
        <p:spPr>
          <a:xfrm>
            <a:off x="7656061" y="3093948"/>
            <a:ext cx="0" cy="411013"/>
          </a:xfrm>
          <a:prstGeom prst="line">
            <a:avLst/>
          </a:prstGeom>
          <a:noFill/>
          <a:ln w="12700">
            <a:solidFill>
              <a:schemeClr val="accent1">
                <a:lumMod val="75000"/>
              </a:schemeClr>
            </a:solidFill>
            <a:prstDash val="dash"/>
            <a:tailEnd type="arrow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50" b="1">
              <a:latin typeface="Segoe UI"/>
              <a:cs typeface="Segoe UI"/>
            </a:endParaRPr>
          </a:p>
        </p:txBody>
      </p:sp>
      <p:sp>
        <p:nvSpPr>
          <p:cNvPr id="38" name="Shape 44">
            <a:extLst>
              <a:ext uri="{FF2B5EF4-FFF2-40B4-BE49-F238E27FC236}">
                <a16:creationId xmlns:a16="http://schemas.microsoft.com/office/drawing/2014/main" id="{BE38A428-E815-C5D0-6FB6-0B4297EF12AE}"/>
              </a:ext>
            </a:extLst>
          </p:cNvPr>
          <p:cNvSpPr/>
          <p:nvPr/>
        </p:nvSpPr>
        <p:spPr>
          <a:xfrm>
            <a:off x="8350883" y="2824831"/>
            <a:ext cx="833787" cy="5515"/>
          </a:xfrm>
          <a:prstGeom prst="line">
            <a:avLst/>
          </a:prstGeom>
          <a:noFill/>
          <a:ln w="12700">
            <a:solidFill>
              <a:schemeClr val="accent1">
                <a:lumMod val="75000"/>
              </a:schemeClr>
            </a:solidFill>
            <a:prstDash val="dash"/>
            <a:tailEnd type="arrow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50" b="1">
              <a:latin typeface="Segoe UI"/>
              <a:cs typeface="Segoe UI"/>
            </a:endParaRPr>
          </a:p>
        </p:txBody>
      </p:sp>
      <p:sp>
        <p:nvSpPr>
          <p:cNvPr id="39" name="Shape 45">
            <a:extLst>
              <a:ext uri="{FF2B5EF4-FFF2-40B4-BE49-F238E27FC236}">
                <a16:creationId xmlns:a16="http://schemas.microsoft.com/office/drawing/2014/main" id="{55DB5C14-F76A-A9F6-28FC-F5051E5B891B}"/>
              </a:ext>
            </a:extLst>
          </p:cNvPr>
          <p:cNvSpPr/>
          <p:nvPr/>
        </p:nvSpPr>
        <p:spPr>
          <a:xfrm>
            <a:off x="10574317" y="3309239"/>
            <a:ext cx="0" cy="420799"/>
          </a:xfrm>
          <a:prstGeom prst="line">
            <a:avLst/>
          </a:prstGeom>
          <a:noFill/>
          <a:ln w="28575">
            <a:solidFill>
              <a:schemeClr val="accent1">
                <a:lumMod val="75000"/>
              </a:schemeClr>
            </a:solidFill>
            <a:prstDash val="solid"/>
            <a:tailEnd type="arrow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50" b="1">
              <a:solidFill>
                <a:srgbClr val="3F3F3F"/>
              </a:solidFill>
              <a:latin typeface="Segoe UI"/>
              <a:cs typeface="Segoe UI"/>
            </a:endParaRPr>
          </a:p>
        </p:txBody>
      </p:sp>
      <p:sp>
        <p:nvSpPr>
          <p:cNvPr id="40" name="Shape 46">
            <a:extLst>
              <a:ext uri="{FF2B5EF4-FFF2-40B4-BE49-F238E27FC236}">
                <a16:creationId xmlns:a16="http://schemas.microsoft.com/office/drawing/2014/main" id="{AE444635-2035-41E9-D058-999D853BB478}"/>
              </a:ext>
            </a:extLst>
          </p:cNvPr>
          <p:cNvSpPr/>
          <p:nvPr/>
        </p:nvSpPr>
        <p:spPr>
          <a:xfrm>
            <a:off x="10574317" y="4170409"/>
            <a:ext cx="0" cy="293580"/>
          </a:xfrm>
          <a:prstGeom prst="line">
            <a:avLst/>
          </a:prstGeom>
          <a:noFill/>
          <a:ln w="28575">
            <a:solidFill>
              <a:schemeClr val="accent1">
                <a:lumMod val="75000"/>
              </a:schemeClr>
            </a:solidFill>
            <a:prstDash val="solid"/>
            <a:tailEnd type="arrow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50" b="1">
              <a:solidFill>
                <a:srgbClr val="3F3F3F"/>
              </a:solidFill>
              <a:latin typeface="Segoe UI"/>
              <a:cs typeface="Segoe UI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1E33960-3DEE-E337-2BB7-6FA30693AA74}"/>
              </a:ext>
            </a:extLst>
          </p:cNvPr>
          <p:cNvCxnSpPr/>
          <p:nvPr/>
        </p:nvCxnSpPr>
        <p:spPr>
          <a:xfrm flipV="1">
            <a:off x="6491802" y="2234515"/>
            <a:ext cx="4100949" cy="8320"/>
          </a:xfrm>
          <a:prstGeom prst="straightConnector1">
            <a:avLst/>
          </a:prstGeom>
          <a:ln w="1270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Shape 0">
            <a:extLst>
              <a:ext uri="{FF2B5EF4-FFF2-40B4-BE49-F238E27FC236}">
                <a16:creationId xmlns:a16="http://schemas.microsoft.com/office/drawing/2014/main" id="{7CEE16E0-BFE5-3143-AB37-2782D189FBEB}"/>
              </a:ext>
            </a:extLst>
          </p:cNvPr>
          <p:cNvSpPr/>
          <p:nvPr/>
        </p:nvSpPr>
        <p:spPr>
          <a:xfrm>
            <a:off x="0" y="0"/>
            <a:ext cx="12161520" cy="438912"/>
          </a:xfrm>
          <a:prstGeom prst="rect">
            <a:avLst/>
          </a:prstGeom>
          <a:solidFill>
            <a:schemeClr val="accent1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>
              <a:latin typeface="Segoe UI"/>
              <a:cs typeface="Segoe UI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B778725-0D1B-33E7-5CE6-42016BF32D77}"/>
              </a:ext>
            </a:extLst>
          </p:cNvPr>
          <p:cNvGrpSpPr/>
          <p:nvPr/>
        </p:nvGrpSpPr>
        <p:grpSpPr>
          <a:xfrm>
            <a:off x="0" y="0"/>
            <a:ext cx="12161520" cy="475197"/>
            <a:chOff x="0" y="0"/>
            <a:chExt cx="12161520" cy="475197"/>
          </a:xfrm>
        </p:grpSpPr>
        <p:sp>
          <p:nvSpPr>
            <p:cNvPr id="71" name="Shape 0">
              <a:extLst>
                <a:ext uri="{FF2B5EF4-FFF2-40B4-BE49-F238E27FC236}">
                  <a16:creationId xmlns:a16="http://schemas.microsoft.com/office/drawing/2014/main" id="{F00CBCD3-974A-194A-C9C9-29D0C80CA094}"/>
                </a:ext>
              </a:extLst>
            </p:cNvPr>
            <p:cNvSpPr/>
            <p:nvPr/>
          </p:nvSpPr>
          <p:spPr>
            <a:xfrm>
              <a:off x="0" y="0"/>
              <a:ext cx="12161520" cy="43891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4472C4"/>
              </a:solidFill>
              <a:prstDash val="solid"/>
            </a:ln>
          </p:spPr>
          <p:txBody>
            <a:bodyPr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2000">
                <a:latin typeface="Segoe UI"/>
                <a:cs typeface="Segoe UI"/>
              </a:endParaRPr>
            </a:p>
          </p:txBody>
        </p:sp>
        <p:sp>
          <p:nvSpPr>
            <p:cNvPr id="72" name="Text 1">
              <a:extLst>
                <a:ext uri="{FF2B5EF4-FFF2-40B4-BE49-F238E27FC236}">
                  <a16:creationId xmlns:a16="http://schemas.microsoft.com/office/drawing/2014/main" id="{89D3AE34-8D5C-CC45-9643-FC436DEE85E4}"/>
                </a:ext>
              </a:extLst>
            </p:cNvPr>
            <p:cNvSpPr/>
            <p:nvPr/>
          </p:nvSpPr>
          <p:spPr>
            <a:xfrm>
              <a:off x="82248" y="0"/>
              <a:ext cx="9976152" cy="4751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600" b="1" err="1">
                  <a:solidFill>
                    <a:srgbClr val="FFFFFF"/>
                  </a:solidFill>
                  <a:latin typeface="Segoe UI"/>
                  <a:ea typeface="Segoe UI" pitchFamily="34" charset="-122"/>
                  <a:cs typeface="Segoe UI"/>
                </a:rPr>
                <a:t>MMCTAgent</a:t>
              </a:r>
              <a:r>
                <a:rPr lang="en-US" sz="1600" b="1">
                  <a:solidFill>
                    <a:srgbClr val="FFFFFF"/>
                  </a:solidFill>
                  <a:latin typeface="Segoe UI"/>
                  <a:ea typeface="Segoe UI" pitchFamily="34" charset="-122"/>
                  <a:cs typeface="Segoe UI"/>
                </a:rPr>
                <a:t> — Ingestion Pipeline</a:t>
              </a:r>
              <a:endParaRPr lang="en-US" sz="1600">
                <a:latin typeface="Segoe UI"/>
                <a:cs typeface="Segoe UI"/>
              </a:endParaRPr>
            </a:p>
          </p:txBody>
        </p:sp>
        <p:sp>
          <p:nvSpPr>
            <p:cNvPr id="73" name="Shape 2">
              <a:extLst>
                <a:ext uri="{FF2B5EF4-FFF2-40B4-BE49-F238E27FC236}">
                  <a16:creationId xmlns:a16="http://schemas.microsoft.com/office/drawing/2014/main" id="{51BA0AC2-51E8-01DD-3F1D-41440EE649F0}"/>
                </a:ext>
              </a:extLst>
            </p:cNvPr>
            <p:cNvSpPr/>
            <p:nvPr/>
          </p:nvSpPr>
          <p:spPr>
            <a:xfrm>
              <a:off x="9875520" y="36576"/>
              <a:ext cx="2103120" cy="36576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BBBBB"/>
              </a:solidFill>
              <a:prstDash val="solid"/>
            </a:ln>
          </p:spPr>
          <p:txBody>
            <a:bodyPr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2000">
                <a:latin typeface="Segoe UI"/>
                <a:cs typeface="Segoe UI"/>
              </a:endParaRPr>
            </a:p>
          </p:txBody>
        </p:sp>
        <p:sp>
          <p:nvSpPr>
            <p:cNvPr id="74" name="Text 3">
              <a:extLst>
                <a:ext uri="{FF2B5EF4-FFF2-40B4-BE49-F238E27FC236}">
                  <a16:creationId xmlns:a16="http://schemas.microsoft.com/office/drawing/2014/main" id="{87014288-C082-709B-591A-179826771F2D}"/>
                </a:ext>
              </a:extLst>
            </p:cNvPr>
            <p:cNvSpPr/>
            <p:nvPr/>
          </p:nvSpPr>
          <p:spPr>
            <a:xfrm>
              <a:off x="9875520" y="36576"/>
              <a:ext cx="21031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900" b="1" err="1">
                  <a:solidFill>
                    <a:srgbClr val="1B2A4A"/>
                  </a:solidFill>
                  <a:latin typeface="Segoe UI"/>
                  <a:cs typeface="Segoe UI"/>
                </a:rPr>
                <a:t>MMCTAgent</a:t>
              </a:r>
              <a:endParaRPr lang="en-US" sz="900" err="1">
                <a:latin typeface="Segoe UI"/>
                <a:cs typeface="Segoe UI"/>
              </a:endParaRPr>
            </a:p>
          </p:txBody>
        </p:sp>
      </p:grpSp>
      <p:sp>
        <p:nvSpPr>
          <p:cNvPr id="63" name="Shape 1">
            <a:extLst>
              <a:ext uri="{FF2B5EF4-FFF2-40B4-BE49-F238E27FC236}">
                <a16:creationId xmlns:a16="http://schemas.microsoft.com/office/drawing/2014/main" id="{070961E1-B2B4-9565-D6AD-F431172B5385}"/>
              </a:ext>
            </a:extLst>
          </p:cNvPr>
          <p:cNvSpPr/>
          <p:nvPr/>
        </p:nvSpPr>
        <p:spPr>
          <a:xfrm>
            <a:off x="46227" y="604495"/>
            <a:ext cx="1694059" cy="2885440"/>
          </a:xfrm>
          <a:prstGeom prst="rect">
            <a:avLst/>
          </a:prstGeom>
          <a:solidFill>
            <a:srgbClr val="FFFFFF"/>
          </a:solidFill>
          <a:ln w="19050">
            <a:solidFill>
              <a:srgbClr val="BBBBBB"/>
            </a:solidFill>
            <a:prstDash val="dash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50">
              <a:latin typeface="Segoe UI"/>
              <a:cs typeface="Segoe UI"/>
            </a:endParaRPr>
          </a:p>
        </p:txBody>
      </p:sp>
      <p:sp>
        <p:nvSpPr>
          <p:cNvPr id="64" name="Text 2">
            <a:extLst>
              <a:ext uri="{FF2B5EF4-FFF2-40B4-BE49-F238E27FC236}">
                <a16:creationId xmlns:a16="http://schemas.microsoft.com/office/drawing/2014/main" id="{AF86D4ED-6365-7930-E908-56E8BC37F036}"/>
              </a:ext>
            </a:extLst>
          </p:cNvPr>
          <p:cNvSpPr/>
          <p:nvPr/>
        </p:nvSpPr>
        <p:spPr>
          <a:xfrm>
            <a:off x="-2153" y="651306"/>
            <a:ext cx="1718249" cy="3681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>
                <a:solidFill>
                  <a:srgbClr val="1A1A2E"/>
                </a:solidFill>
                <a:latin typeface="Segoe UI"/>
                <a:ea typeface="Calibri" pitchFamily="34" charset="-122"/>
                <a:cs typeface="Segoe UI"/>
              </a:rPr>
              <a:t>Input</a:t>
            </a:r>
            <a:endParaRPr lang="en-US" sz="1100">
              <a:latin typeface="Segoe UI"/>
              <a:cs typeface="Segoe UI"/>
            </a:endParaRPr>
          </a:p>
        </p:txBody>
      </p:sp>
      <p:sp>
        <p:nvSpPr>
          <p:cNvPr id="65" name="Shape 3">
            <a:extLst>
              <a:ext uri="{FF2B5EF4-FFF2-40B4-BE49-F238E27FC236}">
                <a16:creationId xmlns:a16="http://schemas.microsoft.com/office/drawing/2014/main" id="{440E7A17-1468-A8BC-D730-CE08695F6C68}"/>
              </a:ext>
            </a:extLst>
          </p:cNvPr>
          <p:cNvSpPr/>
          <p:nvPr/>
        </p:nvSpPr>
        <p:spPr>
          <a:xfrm>
            <a:off x="99669" y="1137277"/>
            <a:ext cx="1527332" cy="471245"/>
          </a:xfrm>
          <a:prstGeom prst="rect">
            <a:avLst/>
          </a:prstGeom>
          <a:solidFill>
            <a:srgbClr val="7B5EA7"/>
          </a:solidFill>
          <a:ln w="12700">
            <a:noFill/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Segoe UI"/>
              <a:cs typeface="Segoe UI"/>
            </a:endParaRPr>
          </a:p>
        </p:txBody>
      </p:sp>
      <p:sp>
        <p:nvSpPr>
          <p:cNvPr id="66" name="Text 4">
            <a:extLst>
              <a:ext uri="{FF2B5EF4-FFF2-40B4-BE49-F238E27FC236}">
                <a16:creationId xmlns:a16="http://schemas.microsoft.com/office/drawing/2014/main" id="{F9442ACB-2362-74DA-0D90-8735FE5CF20A}"/>
              </a:ext>
            </a:extLst>
          </p:cNvPr>
          <p:cNvSpPr/>
          <p:nvPr/>
        </p:nvSpPr>
        <p:spPr>
          <a:xfrm>
            <a:off x="99669" y="1137277"/>
            <a:ext cx="1527332" cy="47124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>
                <a:solidFill>
                  <a:srgbClr val="FFFFFF"/>
                </a:solidFill>
                <a:latin typeface="Segoe UI"/>
                <a:ea typeface="Calibri" pitchFamily="34" charset="-122"/>
                <a:cs typeface="Segoe UI"/>
              </a:rPr>
              <a:t>Raw MP4 Video</a:t>
            </a:r>
            <a:endParaRPr lang="en-US" sz="800">
              <a:latin typeface="Segoe UI"/>
              <a:cs typeface="Segoe UI"/>
            </a:endParaRPr>
          </a:p>
        </p:txBody>
      </p:sp>
      <p:sp>
        <p:nvSpPr>
          <p:cNvPr id="67" name="Shape 5">
            <a:extLst>
              <a:ext uri="{FF2B5EF4-FFF2-40B4-BE49-F238E27FC236}">
                <a16:creationId xmlns:a16="http://schemas.microsoft.com/office/drawing/2014/main" id="{1FBE315D-F3E1-4D6E-FFB9-65199D17ED52}"/>
              </a:ext>
            </a:extLst>
          </p:cNvPr>
          <p:cNvSpPr/>
          <p:nvPr/>
        </p:nvSpPr>
        <p:spPr>
          <a:xfrm>
            <a:off x="99669" y="1947230"/>
            <a:ext cx="1527332" cy="471245"/>
          </a:xfrm>
          <a:prstGeom prst="rect">
            <a:avLst/>
          </a:prstGeom>
          <a:solidFill>
            <a:schemeClr val="accent5"/>
          </a:solidFill>
          <a:ln w="12700">
            <a:noFill/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Segoe UI"/>
              <a:cs typeface="Segoe UI"/>
            </a:endParaRPr>
          </a:p>
        </p:txBody>
      </p:sp>
      <p:sp>
        <p:nvSpPr>
          <p:cNvPr id="68" name="Text 6">
            <a:extLst>
              <a:ext uri="{FF2B5EF4-FFF2-40B4-BE49-F238E27FC236}">
                <a16:creationId xmlns:a16="http://schemas.microsoft.com/office/drawing/2014/main" id="{1B077AAF-B1A9-6896-A99E-4E58F9E4CF97}"/>
              </a:ext>
            </a:extLst>
          </p:cNvPr>
          <p:cNvSpPr/>
          <p:nvPr/>
        </p:nvSpPr>
        <p:spPr>
          <a:xfrm>
            <a:off x="99669" y="1947230"/>
            <a:ext cx="1527332" cy="471245"/>
          </a:xfrm>
          <a:prstGeom prst="rect">
            <a:avLst/>
          </a:prstGeom>
          <a:solidFill>
            <a:schemeClr val="accent5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>
                <a:solidFill>
                  <a:srgbClr val="FFFFFF"/>
                </a:solidFill>
                <a:latin typeface="Segoe UI"/>
                <a:ea typeface="Calibri" pitchFamily="34" charset="-122"/>
                <a:cs typeface="Segoe UI"/>
              </a:rPr>
              <a:t>Video ID</a:t>
            </a:r>
            <a:endParaRPr lang="en-US" sz="800">
              <a:latin typeface="Segoe UI"/>
              <a:cs typeface="Segoe UI"/>
            </a:endParaRPr>
          </a:p>
        </p:txBody>
      </p:sp>
      <p:sp>
        <p:nvSpPr>
          <p:cNvPr id="69" name="Shape 7">
            <a:extLst>
              <a:ext uri="{FF2B5EF4-FFF2-40B4-BE49-F238E27FC236}">
                <a16:creationId xmlns:a16="http://schemas.microsoft.com/office/drawing/2014/main" id="{43C0EEA9-6DDC-E706-2C97-5FEB46E5FFF2}"/>
              </a:ext>
            </a:extLst>
          </p:cNvPr>
          <p:cNvSpPr/>
          <p:nvPr/>
        </p:nvSpPr>
        <p:spPr>
          <a:xfrm>
            <a:off x="99669" y="2757183"/>
            <a:ext cx="1527332" cy="471245"/>
          </a:xfrm>
          <a:prstGeom prst="rect">
            <a:avLst/>
          </a:prstGeom>
          <a:solidFill>
            <a:schemeClr val="accent5"/>
          </a:solidFill>
          <a:ln w="12700">
            <a:noFill/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Segoe UI"/>
              <a:cs typeface="Segoe UI"/>
            </a:endParaRPr>
          </a:p>
        </p:txBody>
      </p:sp>
      <p:sp>
        <p:nvSpPr>
          <p:cNvPr id="70" name="Text 8">
            <a:extLst>
              <a:ext uri="{FF2B5EF4-FFF2-40B4-BE49-F238E27FC236}">
                <a16:creationId xmlns:a16="http://schemas.microsoft.com/office/drawing/2014/main" id="{876EB132-BF17-B918-6C17-D9C2BC5E6FF9}"/>
              </a:ext>
            </a:extLst>
          </p:cNvPr>
          <p:cNvSpPr/>
          <p:nvPr/>
        </p:nvSpPr>
        <p:spPr>
          <a:xfrm>
            <a:off x="99669" y="2757183"/>
            <a:ext cx="1527332" cy="471245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>
                <a:solidFill>
                  <a:srgbClr val="FFFFFF"/>
                </a:solidFill>
                <a:latin typeface="Segoe UI"/>
                <a:ea typeface="Calibri" pitchFamily="34" charset="-122"/>
                <a:cs typeface="Segoe UI"/>
              </a:rPr>
              <a:t>Optional SRT Transcript</a:t>
            </a:r>
            <a:endParaRPr lang="en-US" sz="800">
              <a:latin typeface="Segoe UI"/>
              <a:cs typeface="Segoe UI"/>
            </a:endParaRPr>
          </a:p>
        </p:txBody>
      </p:sp>
      <p:sp>
        <p:nvSpPr>
          <p:cNvPr id="50" name="GS_Header_Text">
            <a:extLst>
              <a:ext uri="{FF2B5EF4-FFF2-40B4-BE49-F238E27FC236}">
                <a16:creationId xmlns:a16="http://schemas.microsoft.com/office/drawing/2014/main" id="{376DB3FA-4B3D-D619-DCA0-A8D3D63BE2DE}"/>
              </a:ext>
            </a:extLst>
          </p:cNvPr>
          <p:cNvSpPr/>
          <p:nvPr/>
        </p:nvSpPr>
        <p:spPr>
          <a:xfrm>
            <a:off x="259200" y="5440000"/>
            <a:ext cx="11662560" cy="27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None/>
            </a:pPr>
            <a:r>
              <a:rPr lang="en-US" sz="1100">
                <a:solidFill>
                  <a:schemeClr val="tx1">
                    <a:lumMod val="76000"/>
                    <a:lumOff val="24000"/>
                  </a:schemeClr>
                </a:solidFill>
                <a:latin typeface="Segoe UI"/>
                <a:cs typeface="Segoe UI"/>
              </a:rPr>
              <a:t>🗃  NEO4J GRAPH SCHEMA</a:t>
            </a:r>
          </a:p>
          <a:p>
            <a:endParaRPr lang="en-US" sz="1100" dirty="0">
              <a:solidFill>
                <a:schemeClr val="tx1">
                  <a:lumMod val="76000"/>
                  <a:lumOff val="24000"/>
                </a:schemeClr>
              </a:solidFill>
              <a:latin typeface="Segoe UI"/>
              <a:ea typeface="Calibri"/>
              <a:cs typeface="Segoe UI"/>
            </a:endParaRPr>
          </a:p>
        </p:txBody>
      </p:sp>
      <p:sp>
        <p:nvSpPr>
          <p:cNvPr id="51" name="Node_ChapterGroup">
            <a:extLst>
              <a:ext uri="{FF2B5EF4-FFF2-40B4-BE49-F238E27FC236}">
                <a16:creationId xmlns:a16="http://schemas.microsoft.com/office/drawing/2014/main" id="{7F5DCA64-C318-478B-67BD-7A0585385E38}"/>
              </a:ext>
            </a:extLst>
          </p:cNvPr>
          <p:cNvSpPr/>
          <p:nvPr/>
        </p:nvSpPr>
        <p:spPr>
          <a:xfrm>
            <a:off x="350000" y="5740000"/>
            <a:ext cx="1200000" cy="8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chemeClr val="accent1">
                <a:lumMod val="75000"/>
              </a:schemeClr>
            </a:solidFill>
          </a:ln>
        </p:spPr>
        <p:txBody>
          <a:bodyPr wrap="square" lIns="60960" tIns="45720" rIns="60960" bIns="4572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000" dirty="0">
              <a:solidFill>
                <a:schemeClr val="tx1">
                  <a:lumMod val="76000"/>
                  <a:lumOff val="24000"/>
                </a:schemeClr>
              </a:solidFill>
              <a:latin typeface="Segoe UI"/>
              <a:cs typeface="Segoe UI"/>
            </a:endParaRPr>
          </a:p>
          <a:p>
            <a:pPr algn="ctr">
              <a:buNone/>
            </a:pPr>
            <a:r>
              <a:rPr lang="en-US" sz="1000" dirty="0" err="1">
                <a:solidFill>
                  <a:schemeClr val="tx1">
                    <a:lumMod val="76000"/>
                    <a:lumOff val="24000"/>
                  </a:schemeClr>
                </a:solidFill>
                <a:latin typeface="Segoe UI"/>
                <a:cs typeface="Segoe UI"/>
              </a:rPr>
              <a:t>ChapterGroup</a:t>
            </a:r>
            <a:endParaRPr lang="en-US" sz="1000" dirty="0">
              <a:solidFill>
                <a:schemeClr val="tx1">
                  <a:lumMod val="76000"/>
                  <a:lumOff val="24000"/>
                </a:schemeClr>
              </a:solidFill>
              <a:latin typeface="Segoe UI"/>
              <a:cs typeface="Segoe UI"/>
            </a:endParaRPr>
          </a:p>
          <a:p>
            <a:pPr algn="ctr"/>
            <a:endParaRPr lang="en-US" sz="1000">
              <a:solidFill>
                <a:srgbClr val="1B2A4A"/>
              </a:solidFill>
              <a:latin typeface="Segoe UI"/>
              <a:cs typeface="Segoe UI"/>
            </a:endParaRPr>
          </a:p>
          <a:p>
            <a:pPr algn="ctr">
              <a:buNone/>
            </a:pPr>
            <a:r>
              <a:rPr lang="en-US" sz="900" i="1">
                <a:solidFill>
                  <a:srgbClr val="546E7A"/>
                </a:solidFill>
                <a:latin typeface="Segoe UI"/>
                <a:cs typeface="Segoe UI"/>
              </a:rPr>
              <a:t>HNSW 384-dim · BM25</a:t>
            </a:r>
          </a:p>
        </p:txBody>
      </p:sp>
      <p:sp>
        <p:nvSpPr>
          <p:cNvPr id="52" name="Arrow1">
            <a:extLst>
              <a:ext uri="{FF2B5EF4-FFF2-40B4-BE49-F238E27FC236}">
                <a16:creationId xmlns:a16="http://schemas.microsoft.com/office/drawing/2014/main" id="{20250423-6FDA-1FC2-E9AF-BB7CC15D1C90}"/>
              </a:ext>
            </a:extLst>
          </p:cNvPr>
          <p:cNvSpPr/>
          <p:nvPr/>
        </p:nvSpPr>
        <p:spPr>
          <a:xfrm>
            <a:off x="1550000" y="6055000"/>
            <a:ext cx="400000" cy="270000"/>
          </a:xfrm>
          <a:prstGeom prst="rightArrow">
            <a:avLst>
              <a:gd name="adj1" fmla="val 50000"/>
              <a:gd name="adj2" fmla="val 4500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endParaRPr sz="2400">
              <a:latin typeface="Segoe UI"/>
              <a:cs typeface="Segoe UI"/>
            </a:endParaRPr>
          </a:p>
        </p:txBody>
      </p:sp>
      <p:sp>
        <p:nvSpPr>
          <p:cNvPr id="53" name="Node_Chapter">
            <a:extLst>
              <a:ext uri="{FF2B5EF4-FFF2-40B4-BE49-F238E27FC236}">
                <a16:creationId xmlns:a16="http://schemas.microsoft.com/office/drawing/2014/main" id="{D50E2F44-3119-15A5-F4DC-B69D8DFDEF5F}"/>
              </a:ext>
            </a:extLst>
          </p:cNvPr>
          <p:cNvSpPr/>
          <p:nvPr/>
        </p:nvSpPr>
        <p:spPr>
          <a:xfrm>
            <a:off x="1950000" y="5740000"/>
            <a:ext cx="1200000" cy="8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chemeClr val="accent1">
                <a:lumMod val="75000"/>
              </a:schemeClr>
            </a:solidFill>
          </a:ln>
        </p:spPr>
        <p:txBody>
          <a:bodyPr wrap="square" lIns="60960" tIns="45720" rIns="60960" bIns="4572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000" dirty="0">
              <a:solidFill>
                <a:schemeClr val="tx1">
                  <a:lumMod val="76000"/>
                  <a:lumOff val="24000"/>
                </a:schemeClr>
              </a:solidFill>
              <a:latin typeface="Segoe UI"/>
              <a:cs typeface="Segoe UI"/>
            </a:endParaRPr>
          </a:p>
          <a:p>
            <a:pPr algn="ctr">
              <a:buNone/>
            </a:pPr>
            <a:r>
              <a:rPr lang="en-US" sz="1000">
                <a:solidFill>
                  <a:schemeClr val="tx1">
                    <a:lumMod val="76000"/>
                    <a:lumOff val="24000"/>
                  </a:schemeClr>
                </a:solidFill>
                <a:latin typeface="Segoe UI"/>
                <a:cs typeface="Segoe UI"/>
              </a:rPr>
              <a:t>Chapter</a:t>
            </a:r>
            <a:endParaRPr lang="en-US">
              <a:solidFill>
                <a:schemeClr val="tx1">
                  <a:lumMod val="76000"/>
                  <a:lumOff val="24000"/>
                </a:schemeClr>
              </a:solidFill>
              <a:latin typeface="Segoe UI"/>
              <a:cs typeface="Segoe UI"/>
            </a:endParaRPr>
          </a:p>
          <a:p>
            <a:pPr algn="ctr"/>
            <a:endParaRPr lang="en-US" sz="1000">
              <a:solidFill>
                <a:srgbClr val="1B2A4A"/>
              </a:solidFill>
              <a:latin typeface="Segoe UI"/>
              <a:cs typeface="Segoe UI"/>
            </a:endParaRPr>
          </a:p>
          <a:p>
            <a:pPr algn="ctr">
              <a:buNone/>
            </a:pPr>
            <a:r>
              <a:rPr lang="en-US" sz="900" i="1">
                <a:solidFill>
                  <a:srgbClr val="546E7A"/>
                </a:solidFill>
                <a:latin typeface="Segoe UI"/>
                <a:cs typeface="Segoe UI"/>
              </a:rPr>
              <a:t>HNSW 384-dim · BM25</a:t>
            </a:r>
          </a:p>
        </p:txBody>
      </p:sp>
      <p:sp>
        <p:nvSpPr>
          <p:cNvPr id="54" name="Arrow2">
            <a:extLst>
              <a:ext uri="{FF2B5EF4-FFF2-40B4-BE49-F238E27FC236}">
                <a16:creationId xmlns:a16="http://schemas.microsoft.com/office/drawing/2014/main" id="{68A3E894-3BBB-1F9C-F398-FFAAA4FE802B}"/>
              </a:ext>
            </a:extLst>
          </p:cNvPr>
          <p:cNvSpPr/>
          <p:nvPr/>
        </p:nvSpPr>
        <p:spPr>
          <a:xfrm>
            <a:off x="3150000" y="6055000"/>
            <a:ext cx="400000" cy="270000"/>
          </a:xfrm>
          <a:prstGeom prst="rightArrow">
            <a:avLst>
              <a:gd name="adj1" fmla="val 50000"/>
              <a:gd name="adj2" fmla="val 4500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endParaRPr sz="2400">
              <a:latin typeface="Segoe UI"/>
              <a:cs typeface="Segoe UI"/>
            </a:endParaRPr>
          </a:p>
        </p:txBody>
      </p:sp>
      <p:sp>
        <p:nvSpPr>
          <p:cNvPr id="55" name="Node_Event">
            <a:extLst>
              <a:ext uri="{FF2B5EF4-FFF2-40B4-BE49-F238E27FC236}">
                <a16:creationId xmlns:a16="http://schemas.microsoft.com/office/drawing/2014/main" id="{CD5C2FAC-99A5-451E-66F5-8ADDF1955E81}"/>
              </a:ext>
            </a:extLst>
          </p:cNvPr>
          <p:cNvSpPr/>
          <p:nvPr/>
        </p:nvSpPr>
        <p:spPr>
          <a:xfrm>
            <a:off x="3550000" y="5740000"/>
            <a:ext cx="1200000" cy="8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chemeClr val="accent1">
                <a:lumMod val="75000"/>
              </a:schemeClr>
            </a:solidFill>
          </a:ln>
        </p:spPr>
        <p:txBody>
          <a:bodyPr wrap="square" lIns="60960" tIns="45720" rIns="60960" bIns="4572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000" dirty="0">
              <a:solidFill>
                <a:schemeClr val="tx1">
                  <a:lumMod val="76000"/>
                  <a:lumOff val="24000"/>
                </a:schemeClr>
              </a:solidFill>
              <a:latin typeface="Segoe UI"/>
              <a:cs typeface="Segoe UI"/>
            </a:endParaRPr>
          </a:p>
          <a:p>
            <a:pPr algn="ctr">
              <a:buNone/>
            </a:pPr>
            <a:r>
              <a:rPr lang="en-US" sz="1000">
                <a:solidFill>
                  <a:schemeClr val="tx1">
                    <a:lumMod val="76000"/>
                    <a:lumOff val="24000"/>
                  </a:schemeClr>
                </a:solidFill>
                <a:latin typeface="Segoe UI"/>
                <a:cs typeface="Segoe UI"/>
              </a:rPr>
              <a:t>Event</a:t>
            </a:r>
            <a:endParaRPr lang="en-US">
              <a:solidFill>
                <a:schemeClr val="tx1">
                  <a:lumMod val="76000"/>
                  <a:lumOff val="24000"/>
                </a:schemeClr>
              </a:solidFill>
              <a:latin typeface="Segoe UI"/>
              <a:cs typeface="Segoe UI"/>
            </a:endParaRPr>
          </a:p>
          <a:p>
            <a:pPr algn="ctr"/>
            <a:endParaRPr lang="en-US" sz="1000">
              <a:solidFill>
                <a:srgbClr val="1B2A4A"/>
              </a:solidFill>
              <a:latin typeface="Segoe UI"/>
              <a:cs typeface="Segoe UI"/>
            </a:endParaRPr>
          </a:p>
          <a:p>
            <a:pPr algn="ctr">
              <a:buNone/>
            </a:pPr>
            <a:r>
              <a:rPr lang="en-US" sz="900" i="1">
                <a:solidFill>
                  <a:srgbClr val="00796B"/>
                </a:solidFill>
                <a:latin typeface="Segoe UI"/>
                <a:cs typeface="Segoe UI"/>
              </a:rPr>
              <a:t>HNSW 384-dim</a:t>
            </a:r>
          </a:p>
        </p:txBody>
      </p:sp>
      <p:sp>
        <p:nvSpPr>
          <p:cNvPr id="56" name="Arrow3">
            <a:extLst>
              <a:ext uri="{FF2B5EF4-FFF2-40B4-BE49-F238E27FC236}">
                <a16:creationId xmlns:a16="http://schemas.microsoft.com/office/drawing/2014/main" id="{BA0E33F4-99E9-36F6-ADE7-0219AF9A94BD}"/>
              </a:ext>
            </a:extLst>
          </p:cNvPr>
          <p:cNvSpPr/>
          <p:nvPr/>
        </p:nvSpPr>
        <p:spPr>
          <a:xfrm>
            <a:off x="4750000" y="6055000"/>
            <a:ext cx="400000" cy="270000"/>
          </a:xfrm>
          <a:prstGeom prst="rightArrow">
            <a:avLst>
              <a:gd name="adj1" fmla="val 50000"/>
              <a:gd name="adj2" fmla="val 4500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endParaRPr sz="2400">
              <a:latin typeface="Segoe UI"/>
              <a:cs typeface="Segoe UI"/>
            </a:endParaRPr>
          </a:p>
        </p:txBody>
      </p:sp>
      <p:sp>
        <p:nvSpPr>
          <p:cNvPr id="57" name="Node_Object">
            <a:extLst>
              <a:ext uri="{FF2B5EF4-FFF2-40B4-BE49-F238E27FC236}">
                <a16:creationId xmlns:a16="http://schemas.microsoft.com/office/drawing/2014/main" id="{4BA3EF6C-7248-722B-2A6C-C8492E0234C3}"/>
              </a:ext>
            </a:extLst>
          </p:cNvPr>
          <p:cNvSpPr/>
          <p:nvPr/>
        </p:nvSpPr>
        <p:spPr>
          <a:xfrm>
            <a:off x="5150000" y="5740000"/>
            <a:ext cx="1200000" cy="8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chemeClr val="accent1">
                <a:lumMod val="75000"/>
              </a:schemeClr>
            </a:solidFill>
          </a:ln>
        </p:spPr>
        <p:txBody>
          <a:bodyPr wrap="square" lIns="60960" tIns="45720" rIns="60960" bIns="4572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000" dirty="0">
              <a:solidFill>
                <a:schemeClr val="tx1">
                  <a:lumMod val="76000"/>
                  <a:lumOff val="24000"/>
                </a:schemeClr>
              </a:solidFill>
              <a:latin typeface="Segoe UI"/>
              <a:cs typeface="Segoe UI"/>
            </a:endParaRPr>
          </a:p>
          <a:p>
            <a:pPr algn="ctr">
              <a:buNone/>
            </a:pPr>
            <a:r>
              <a:rPr lang="en-US" sz="1000">
                <a:solidFill>
                  <a:schemeClr val="tx1">
                    <a:lumMod val="76000"/>
                    <a:lumOff val="24000"/>
                  </a:schemeClr>
                </a:solidFill>
                <a:latin typeface="Segoe UI"/>
                <a:cs typeface="Segoe UI"/>
              </a:rPr>
              <a:t>Object</a:t>
            </a:r>
            <a:endParaRPr lang="en-US">
              <a:solidFill>
                <a:schemeClr val="tx1">
                  <a:lumMod val="76000"/>
                  <a:lumOff val="24000"/>
                </a:schemeClr>
              </a:solidFill>
              <a:latin typeface="Segoe UI"/>
              <a:cs typeface="Segoe UI"/>
            </a:endParaRPr>
          </a:p>
          <a:p>
            <a:pPr algn="ctr"/>
            <a:endParaRPr lang="en-US" sz="1000">
              <a:solidFill>
                <a:srgbClr val="1B2A4A"/>
              </a:solidFill>
              <a:latin typeface="Segoe UI"/>
              <a:cs typeface="Segoe UI"/>
            </a:endParaRPr>
          </a:p>
          <a:p>
            <a:pPr algn="ctr">
              <a:buNone/>
            </a:pPr>
            <a:r>
              <a:rPr lang="en-US" sz="900" i="1">
                <a:solidFill>
                  <a:srgbClr val="00796B"/>
                </a:solidFill>
                <a:latin typeface="Segoe UI"/>
                <a:cs typeface="Segoe UI"/>
              </a:rPr>
              <a:t>HNSW 384-dim</a:t>
            </a:r>
          </a:p>
        </p:txBody>
      </p:sp>
      <p:sp>
        <p:nvSpPr>
          <p:cNvPr id="58" name="Arrow4">
            <a:extLst>
              <a:ext uri="{FF2B5EF4-FFF2-40B4-BE49-F238E27FC236}">
                <a16:creationId xmlns:a16="http://schemas.microsoft.com/office/drawing/2014/main" id="{F16ED5F9-F044-16F5-CCB3-7F9AF7119363}"/>
              </a:ext>
            </a:extLst>
          </p:cNvPr>
          <p:cNvSpPr/>
          <p:nvPr/>
        </p:nvSpPr>
        <p:spPr>
          <a:xfrm>
            <a:off x="6350000" y="6055000"/>
            <a:ext cx="400000" cy="270000"/>
          </a:xfrm>
          <a:prstGeom prst="rightArrow">
            <a:avLst>
              <a:gd name="adj1" fmla="val 50000"/>
              <a:gd name="adj2" fmla="val 4500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endParaRPr sz="2400">
              <a:latin typeface="Segoe UI"/>
              <a:cs typeface="Segoe UI"/>
            </a:endParaRPr>
          </a:p>
        </p:txBody>
      </p:sp>
      <p:sp>
        <p:nvSpPr>
          <p:cNvPr id="59" name="Node_Transcript">
            <a:extLst>
              <a:ext uri="{FF2B5EF4-FFF2-40B4-BE49-F238E27FC236}">
                <a16:creationId xmlns:a16="http://schemas.microsoft.com/office/drawing/2014/main" id="{7E8CE80C-EBE9-E197-A02B-C5E72459A20F}"/>
              </a:ext>
            </a:extLst>
          </p:cNvPr>
          <p:cNvSpPr/>
          <p:nvPr/>
        </p:nvSpPr>
        <p:spPr>
          <a:xfrm>
            <a:off x="6750000" y="5740000"/>
            <a:ext cx="1200000" cy="8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chemeClr val="accent1">
                <a:lumMod val="75000"/>
              </a:schemeClr>
            </a:solidFill>
          </a:ln>
        </p:spPr>
        <p:txBody>
          <a:bodyPr wrap="square" lIns="60960" tIns="45720" rIns="60960" bIns="4572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000">
              <a:solidFill>
                <a:srgbClr val="1B2A4A"/>
              </a:solidFill>
              <a:latin typeface="Segoe UI"/>
              <a:cs typeface="Segoe UI"/>
            </a:endParaRPr>
          </a:p>
          <a:p>
            <a:pPr algn="ctr">
              <a:buNone/>
            </a:pPr>
            <a:r>
              <a:rPr lang="en-US" sz="1000">
                <a:solidFill>
                  <a:schemeClr val="tx1">
                    <a:lumMod val="76000"/>
                    <a:lumOff val="24000"/>
                  </a:schemeClr>
                </a:solidFill>
                <a:latin typeface="Segoe UI"/>
                <a:cs typeface="Segoe UI"/>
              </a:rPr>
              <a:t>Transcript</a:t>
            </a:r>
            <a:endParaRPr lang="en-US">
              <a:solidFill>
                <a:schemeClr val="tx1">
                  <a:lumMod val="76000"/>
                  <a:lumOff val="24000"/>
                </a:schemeClr>
              </a:solidFill>
              <a:latin typeface="Segoe UI"/>
              <a:cs typeface="Segoe UI"/>
            </a:endParaRPr>
          </a:p>
          <a:p>
            <a:pPr algn="ctr"/>
            <a:endParaRPr lang="en-US" sz="1000">
              <a:solidFill>
                <a:srgbClr val="1B2A4A"/>
              </a:solidFill>
              <a:latin typeface="Segoe UI"/>
              <a:cs typeface="Segoe UI"/>
            </a:endParaRPr>
          </a:p>
          <a:p>
            <a:pPr algn="ctr">
              <a:buNone/>
            </a:pPr>
            <a:r>
              <a:rPr lang="en-US" sz="900" i="1">
                <a:solidFill>
                  <a:srgbClr val="7B5EA7"/>
                </a:solidFill>
                <a:latin typeface="Segoe UI"/>
                <a:cs typeface="Segoe UI"/>
              </a:rPr>
              <a:t>HNSW 384-dim</a:t>
            </a:r>
          </a:p>
        </p:txBody>
      </p:sp>
      <p:sp>
        <p:nvSpPr>
          <p:cNvPr id="60" name="Arrow5">
            <a:extLst>
              <a:ext uri="{FF2B5EF4-FFF2-40B4-BE49-F238E27FC236}">
                <a16:creationId xmlns:a16="http://schemas.microsoft.com/office/drawing/2014/main" id="{40827632-8608-7AE2-27E2-88BF444873D0}"/>
              </a:ext>
            </a:extLst>
          </p:cNvPr>
          <p:cNvSpPr/>
          <p:nvPr/>
        </p:nvSpPr>
        <p:spPr>
          <a:xfrm>
            <a:off x="7950000" y="6055000"/>
            <a:ext cx="400000" cy="270000"/>
          </a:xfrm>
          <a:prstGeom prst="rightArrow">
            <a:avLst>
              <a:gd name="adj1" fmla="val 50000"/>
              <a:gd name="adj2" fmla="val 4500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endParaRPr sz="2400">
              <a:latin typeface="Segoe UI"/>
              <a:cs typeface="Segoe UI"/>
            </a:endParaRPr>
          </a:p>
        </p:txBody>
      </p:sp>
      <p:sp>
        <p:nvSpPr>
          <p:cNvPr id="61" name="Node_Keyframe">
            <a:extLst>
              <a:ext uri="{FF2B5EF4-FFF2-40B4-BE49-F238E27FC236}">
                <a16:creationId xmlns:a16="http://schemas.microsoft.com/office/drawing/2014/main" id="{AF04F96B-B358-1443-F515-405A06E73561}"/>
              </a:ext>
            </a:extLst>
          </p:cNvPr>
          <p:cNvSpPr/>
          <p:nvPr/>
        </p:nvSpPr>
        <p:spPr>
          <a:xfrm>
            <a:off x="8350000" y="5740000"/>
            <a:ext cx="1200000" cy="8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chemeClr val="accent1">
                <a:lumMod val="75000"/>
              </a:schemeClr>
            </a:solidFill>
          </a:ln>
        </p:spPr>
        <p:txBody>
          <a:bodyPr wrap="square" lIns="60960" tIns="45720" rIns="60960" bIns="4572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000">
              <a:solidFill>
                <a:srgbClr val="1B2A4A"/>
              </a:solidFill>
              <a:latin typeface="Segoe UI"/>
              <a:cs typeface="Segoe UI"/>
            </a:endParaRPr>
          </a:p>
          <a:p>
            <a:pPr algn="ctr">
              <a:buNone/>
            </a:pPr>
            <a:r>
              <a:rPr lang="en-US" sz="1000">
                <a:solidFill>
                  <a:schemeClr val="tx1">
                    <a:lumMod val="76000"/>
                    <a:lumOff val="24000"/>
                  </a:schemeClr>
                </a:solidFill>
                <a:latin typeface="Segoe UI"/>
                <a:cs typeface="Segoe UI"/>
              </a:rPr>
              <a:t>Keyframe</a:t>
            </a:r>
            <a:endParaRPr lang="en-US">
              <a:solidFill>
                <a:schemeClr val="tx1">
                  <a:lumMod val="76000"/>
                  <a:lumOff val="24000"/>
                </a:schemeClr>
              </a:solidFill>
              <a:latin typeface="Segoe UI"/>
              <a:cs typeface="Segoe UI"/>
            </a:endParaRPr>
          </a:p>
          <a:p>
            <a:pPr algn="ctr"/>
            <a:endParaRPr lang="en-US" sz="1000">
              <a:solidFill>
                <a:srgbClr val="1B2A4A"/>
              </a:solidFill>
              <a:latin typeface="Segoe UI"/>
              <a:cs typeface="Segoe UI"/>
            </a:endParaRPr>
          </a:p>
          <a:p>
            <a:pPr algn="ctr">
              <a:buNone/>
            </a:pPr>
            <a:r>
              <a:rPr lang="en-US" sz="900" i="1">
                <a:solidFill>
                  <a:srgbClr val="7B5EA7"/>
                </a:solidFill>
                <a:latin typeface="Segoe UI"/>
                <a:cs typeface="Segoe UI"/>
              </a:rPr>
              <a:t>CLIP 512-dim</a:t>
            </a:r>
          </a:p>
        </p:txBody>
      </p:sp>
      <p:sp>
        <p:nvSpPr>
          <p:cNvPr id="62" name="IndexBadge">
            <a:extLst>
              <a:ext uri="{FF2B5EF4-FFF2-40B4-BE49-F238E27FC236}">
                <a16:creationId xmlns:a16="http://schemas.microsoft.com/office/drawing/2014/main" id="{DE725F56-C78A-BFA2-3D38-C236B348FEA1}"/>
              </a:ext>
            </a:extLst>
          </p:cNvPr>
          <p:cNvSpPr/>
          <p:nvPr/>
        </p:nvSpPr>
        <p:spPr>
          <a:xfrm>
            <a:off x="9750000" y="5740000"/>
            <a:ext cx="1871760" cy="8000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9050">
            <a:solidFill>
              <a:srgbClr val="3949AB"/>
            </a:solidFill>
          </a:ln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en-US" sz="1000">
                <a:solidFill>
                  <a:srgbClr val="FFFFFF"/>
                </a:solidFill>
                <a:latin typeface="Segoe UI"/>
                <a:cs typeface="Segoe UI"/>
              </a:rPr>
              <a:t>📊 INDEXES</a:t>
            </a:r>
            <a:endParaRPr lang="en-US" sz="2000">
              <a:solidFill>
                <a:srgbClr val="FFFFFF"/>
              </a:solidFill>
              <a:latin typeface="Segoe UI"/>
              <a:cs typeface="Segoe UI"/>
            </a:endParaRPr>
          </a:p>
          <a:p>
            <a:pPr algn="ctr">
              <a:buNone/>
            </a:pPr>
            <a:r>
              <a:rPr lang="en-US" sz="900">
                <a:solidFill>
                  <a:srgbClr val="E8EAF6"/>
                </a:solidFill>
                <a:latin typeface="Segoe UI"/>
                <a:cs typeface="Segoe UI"/>
              </a:rPr>
              <a:t>HNSW 384 · CLIP 512 · BM25</a:t>
            </a:r>
            <a:endParaRPr lang="en-US" sz="900">
              <a:solidFill>
                <a:srgbClr val="E8EAF6"/>
              </a:solidFill>
              <a:latin typeface="Segoe UI"/>
              <a:ea typeface="Calibri"/>
              <a:cs typeface="Segoe UI"/>
            </a:endParaRPr>
          </a:p>
        </p:txBody>
      </p:sp>
      <p:sp>
        <p:nvSpPr>
          <p:cNvPr id="47" name="Shape 7">
            <a:extLst>
              <a:ext uri="{FF2B5EF4-FFF2-40B4-BE49-F238E27FC236}">
                <a16:creationId xmlns:a16="http://schemas.microsoft.com/office/drawing/2014/main" id="{DA8CF83C-0FD3-4488-EE30-89B410ED6BE9}"/>
              </a:ext>
            </a:extLst>
          </p:cNvPr>
          <p:cNvSpPr/>
          <p:nvPr/>
        </p:nvSpPr>
        <p:spPr>
          <a:xfrm flipH="1">
            <a:off x="3045917" y="1267739"/>
            <a:ext cx="10732" cy="571985"/>
          </a:xfrm>
          <a:prstGeom prst="line">
            <a:avLst/>
          </a:prstGeom>
          <a:noFill/>
          <a:ln w="10160">
            <a:solidFill>
              <a:srgbClr val="C62828"/>
            </a:solidFill>
            <a:prstDash val="dash"/>
            <a:tailEnd type="triangle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>
              <a:solidFill>
                <a:srgbClr val="3F3F3F"/>
              </a:solidFill>
              <a:latin typeface="Segoe UI"/>
              <a:cs typeface="Segoe UI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9E860EF-FFC4-C530-A3A1-A4002187F616}"/>
              </a:ext>
            </a:extLst>
          </p:cNvPr>
          <p:cNvCxnSpPr/>
          <p:nvPr/>
        </p:nvCxnSpPr>
        <p:spPr>
          <a:xfrm>
            <a:off x="10564589" y="1483977"/>
            <a:ext cx="9549" cy="736328"/>
          </a:xfrm>
          <a:prstGeom prst="straightConnector1">
            <a:avLst/>
          </a:prstGeom>
          <a:ln w="1270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17">
            <a:extLst>
              <a:ext uri="{FF2B5EF4-FFF2-40B4-BE49-F238E27FC236}">
                <a16:creationId xmlns:a16="http://schemas.microsoft.com/office/drawing/2014/main" id="{B8D6A88A-96A0-4708-E8AB-43CCDBAC6493}"/>
              </a:ext>
            </a:extLst>
          </p:cNvPr>
          <p:cNvSpPr/>
          <p:nvPr/>
        </p:nvSpPr>
        <p:spPr>
          <a:xfrm>
            <a:off x="7357098" y="1637202"/>
            <a:ext cx="1583825" cy="21529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050" b="1">
              <a:solidFill>
                <a:srgbClr val="3F3F3F"/>
              </a:solidFill>
              <a:latin typeface="Segoe UI"/>
              <a:ea typeface="Calibri"/>
              <a:cs typeface="Segoe UI"/>
            </a:endParaRPr>
          </a:p>
          <a:p>
            <a:pPr marL="0" indent="0" algn="ctr">
              <a:buNone/>
            </a:pPr>
            <a:r>
              <a:rPr lang="en-US" sz="1050" b="1">
                <a:solidFill>
                  <a:srgbClr val="3F3F3F"/>
                </a:solidFill>
                <a:latin typeface="Segoe UI"/>
                <a:ea typeface="Calibri"/>
                <a:cs typeface="Segoe UI"/>
              </a:rPr>
              <a:t>Transcript Generation</a:t>
            </a:r>
          </a:p>
        </p:txBody>
      </p:sp>
      <p:sp>
        <p:nvSpPr>
          <p:cNvPr id="34" name="Shape 37">
            <a:extLst>
              <a:ext uri="{FF2B5EF4-FFF2-40B4-BE49-F238E27FC236}">
                <a16:creationId xmlns:a16="http://schemas.microsoft.com/office/drawing/2014/main" id="{97C25833-5C01-0891-5E6D-E61BB298FE3C}"/>
              </a:ext>
            </a:extLst>
          </p:cNvPr>
          <p:cNvSpPr/>
          <p:nvPr/>
        </p:nvSpPr>
        <p:spPr>
          <a:xfrm>
            <a:off x="8107682" y="1136744"/>
            <a:ext cx="0" cy="508873"/>
          </a:xfrm>
          <a:prstGeom prst="line">
            <a:avLst/>
          </a:prstGeom>
          <a:noFill/>
          <a:ln w="19050">
            <a:noFill/>
            <a:prstDash val="solid"/>
            <a:tailEnd type="arrow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50" b="1">
              <a:solidFill>
                <a:srgbClr val="3F3F3F"/>
              </a:solidFill>
              <a:latin typeface="Segoe UI"/>
              <a:cs typeface="Segoe UI"/>
            </a:endParaRPr>
          </a:p>
        </p:txBody>
      </p:sp>
      <p:sp>
        <p:nvSpPr>
          <p:cNvPr id="2" name="Shape 35">
            <a:extLst>
              <a:ext uri="{FF2B5EF4-FFF2-40B4-BE49-F238E27FC236}">
                <a16:creationId xmlns:a16="http://schemas.microsoft.com/office/drawing/2014/main" id="{5974CFC3-0BEB-1996-6661-067A11800A7D}"/>
              </a:ext>
            </a:extLst>
          </p:cNvPr>
          <p:cNvSpPr/>
          <p:nvPr/>
        </p:nvSpPr>
        <p:spPr>
          <a:xfrm>
            <a:off x="8147454" y="1124648"/>
            <a:ext cx="0" cy="508873"/>
          </a:xfrm>
          <a:prstGeom prst="line">
            <a:avLst/>
          </a:prstGeom>
          <a:noFill/>
          <a:ln w="12700">
            <a:solidFill>
              <a:schemeClr val="accent1">
                <a:lumMod val="75000"/>
              </a:schemeClr>
            </a:solidFill>
            <a:prstDash val="dash"/>
            <a:tailEnd type="arrow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50" b="1">
              <a:solidFill>
                <a:srgbClr val="3F3F3F"/>
              </a:solidFill>
              <a:latin typeface="Segoe UI"/>
              <a:cs typeface="Segoe UI"/>
            </a:endParaRPr>
          </a:p>
        </p:txBody>
      </p:sp>
      <p:sp>
        <p:nvSpPr>
          <p:cNvPr id="46" name="Text 17">
            <a:extLst>
              <a:ext uri="{FF2B5EF4-FFF2-40B4-BE49-F238E27FC236}">
                <a16:creationId xmlns:a16="http://schemas.microsoft.com/office/drawing/2014/main" id="{C73A3BC3-8BFE-4F18-814B-3155A0FD1456}"/>
              </a:ext>
            </a:extLst>
          </p:cNvPr>
          <p:cNvSpPr/>
          <p:nvPr/>
        </p:nvSpPr>
        <p:spPr>
          <a:xfrm>
            <a:off x="5829941" y="1633519"/>
            <a:ext cx="1528610" cy="21529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b="1">
                <a:solidFill>
                  <a:srgbClr val="3F3F3F"/>
                </a:solidFill>
                <a:latin typeface="Segoe UI"/>
                <a:ea typeface="Calibri"/>
                <a:cs typeface="Segoe UI"/>
              </a:rPr>
              <a:t>Audio Extraction</a:t>
            </a:r>
          </a:p>
        </p:txBody>
      </p:sp>
      <p:sp>
        <p:nvSpPr>
          <p:cNvPr id="48" name="Shape 37">
            <a:extLst>
              <a:ext uri="{FF2B5EF4-FFF2-40B4-BE49-F238E27FC236}">
                <a16:creationId xmlns:a16="http://schemas.microsoft.com/office/drawing/2014/main" id="{9E0F2242-8F59-A8C9-62EB-120B3AF63561}"/>
              </a:ext>
            </a:extLst>
          </p:cNvPr>
          <p:cNvSpPr/>
          <p:nvPr/>
        </p:nvSpPr>
        <p:spPr>
          <a:xfrm>
            <a:off x="6590643" y="1148838"/>
            <a:ext cx="0" cy="508873"/>
          </a:xfrm>
          <a:prstGeom prst="line">
            <a:avLst/>
          </a:prstGeom>
          <a:noFill/>
          <a:ln w="19050">
            <a:noFill/>
            <a:prstDash val="solid"/>
            <a:tailEnd type="arrow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50" b="1">
              <a:solidFill>
                <a:srgbClr val="3F3F3F"/>
              </a:solidFill>
              <a:latin typeface="Segoe UI"/>
              <a:cs typeface="Segoe UI"/>
            </a:endParaRPr>
          </a:p>
        </p:txBody>
      </p:sp>
      <p:sp>
        <p:nvSpPr>
          <p:cNvPr id="49" name="Shape 35">
            <a:extLst>
              <a:ext uri="{FF2B5EF4-FFF2-40B4-BE49-F238E27FC236}">
                <a16:creationId xmlns:a16="http://schemas.microsoft.com/office/drawing/2014/main" id="{F6113388-0C51-B7B0-7798-B0AAF3590859}"/>
              </a:ext>
            </a:extLst>
          </p:cNvPr>
          <p:cNvSpPr/>
          <p:nvPr/>
        </p:nvSpPr>
        <p:spPr>
          <a:xfrm>
            <a:off x="6629029" y="1136742"/>
            <a:ext cx="0" cy="508873"/>
          </a:xfrm>
          <a:prstGeom prst="line">
            <a:avLst/>
          </a:prstGeom>
          <a:noFill/>
          <a:ln w="12700">
            <a:solidFill>
              <a:schemeClr val="accent1">
                <a:lumMod val="75000"/>
              </a:schemeClr>
            </a:solidFill>
            <a:prstDash val="dash"/>
            <a:tailEnd type="arrow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50" b="1">
              <a:solidFill>
                <a:srgbClr val="3F3F3F"/>
              </a:solidFill>
              <a:latin typeface="Segoe UI"/>
              <a:cs typeface="Segoe UI"/>
            </a:endParaRPr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50A27562-0B6C-35FE-C9EF-78844F6DE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741" y="724504"/>
            <a:ext cx="389470" cy="365279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5131A5CA-CD10-0CA8-CEB1-94108AEE71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6731" y="758688"/>
            <a:ext cx="402810" cy="342478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CAB94AF8-25EA-A8D3-FAC2-C2B2E3A4B1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0383" y="835991"/>
            <a:ext cx="409072" cy="393150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0C12A678-1745-B9AB-037D-2676765D58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6644" y="2735469"/>
            <a:ext cx="448366" cy="378664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A1AC9717-9034-227E-A62A-A2F307F8F2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7079" y="3784600"/>
            <a:ext cx="302884" cy="293759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B9FC336A-4814-ED16-C181-D4C2153B15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8165" y="4604972"/>
            <a:ext cx="372927" cy="306399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EC198B83-8F1A-3B39-1A86-590D9271F7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47253" y="4568687"/>
            <a:ext cx="242445" cy="269021"/>
          </a:xfrm>
          <a:prstGeom prst="rect">
            <a:avLst/>
          </a:prstGeom>
        </p:spPr>
      </p:pic>
      <p:sp>
        <p:nvSpPr>
          <p:cNvPr id="82" name="Shape 34">
            <a:extLst>
              <a:ext uri="{FF2B5EF4-FFF2-40B4-BE49-F238E27FC236}">
                <a16:creationId xmlns:a16="http://schemas.microsoft.com/office/drawing/2014/main" id="{196F3265-AD94-FC9E-04E2-8A8D9AE83FCE}"/>
              </a:ext>
            </a:extLst>
          </p:cNvPr>
          <p:cNvSpPr/>
          <p:nvPr/>
        </p:nvSpPr>
        <p:spPr>
          <a:xfrm>
            <a:off x="8407640" y="899638"/>
            <a:ext cx="667029" cy="0"/>
          </a:xfrm>
          <a:prstGeom prst="line">
            <a:avLst/>
          </a:prstGeom>
          <a:noFill/>
          <a:ln w="12700">
            <a:solidFill>
              <a:schemeClr val="accent1">
                <a:lumMod val="75000"/>
              </a:schemeClr>
            </a:solidFill>
            <a:prstDash val="dash"/>
            <a:tailEnd type="arrow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50" b="1">
              <a:solidFill>
                <a:srgbClr val="3F3F3F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207257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12</cp:revision>
  <dcterms:created xsi:type="dcterms:W3CDTF">2026-04-10T11:37:21Z</dcterms:created>
  <dcterms:modified xsi:type="dcterms:W3CDTF">2026-04-15T14:23:41Z</dcterms:modified>
</cp:coreProperties>
</file>